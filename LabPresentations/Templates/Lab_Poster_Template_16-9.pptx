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7" r:id="rId2"/>
  </p:sldIdLst>
  <p:sldSz cx="51206400" cy="2880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42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pos="176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955A"/>
    <a:srgbClr val="A9943F"/>
    <a:srgbClr val="8790A7"/>
    <a:srgbClr val="4B7833"/>
    <a:srgbClr val="989BA6"/>
    <a:srgbClr val="BCC6D6"/>
    <a:srgbClr val="0062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31B83-AD35-417E-8459-146E9E5FC87A}" v="4" dt="2025-04-14T16:20:27.239"/>
    <p1510:client id="{6B3D1215-98EB-4C4E-87A4-DBD9FD49CA50}" v="47" dt="2025-04-14T16:54:39.936"/>
  </p1510:revLst>
</p1510:revInfo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72" autoAdjust="0"/>
    <p:restoredTop sz="96283" autoAdjust="0"/>
  </p:normalViewPr>
  <p:slideViewPr>
    <p:cSldViewPr snapToGrid="0">
      <p:cViewPr varScale="1">
        <p:scale>
          <a:sx n="26" d="100"/>
          <a:sy n="26" d="100"/>
        </p:scale>
        <p:origin x="1062" y="156"/>
      </p:cViewPr>
      <p:guideLst>
        <p:guide orient="horz" pos="18142"/>
        <p:guide/>
        <p:guide orient="horz" pos="176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r Howard" userId="91ab63ab47daf7fe" providerId="LiveId" clId="{6B3D1215-98EB-4C4E-87A4-DBD9FD49CA50}"/>
    <pc:docChg chg="undo custSel modSld">
      <pc:chgData name="Kyler Howard" userId="91ab63ab47daf7fe" providerId="LiveId" clId="{6B3D1215-98EB-4C4E-87A4-DBD9FD49CA50}" dt="2025-04-14T17:01:39.636" v="186" actId="207"/>
      <pc:docMkLst>
        <pc:docMk/>
      </pc:docMkLst>
      <pc:sldChg chg="addSp delSp modSp mod">
        <pc:chgData name="Kyler Howard" userId="91ab63ab47daf7fe" providerId="LiveId" clId="{6B3D1215-98EB-4C4E-87A4-DBD9FD49CA50}" dt="2025-04-14T17:01:39.636" v="186" actId="207"/>
        <pc:sldMkLst>
          <pc:docMk/>
          <pc:sldMk cId="3510345024" sldId="257"/>
        </pc:sldMkLst>
        <pc:spChg chg="mod topLvl">
          <ac:chgData name="Kyler Howard" userId="91ab63ab47daf7fe" providerId="LiveId" clId="{6B3D1215-98EB-4C4E-87A4-DBD9FD49CA50}" dt="2025-04-14T16:52:44.980" v="154" actId="164"/>
          <ac:spMkLst>
            <pc:docMk/>
            <pc:sldMk cId="3510345024" sldId="257"/>
            <ac:spMk id="2" creationId="{B4F5C4F9-280D-F4FF-1514-3111FF801C2E}"/>
          </ac:spMkLst>
        </pc:spChg>
        <pc:spChg chg="mod">
          <ac:chgData name="Kyler Howard" userId="91ab63ab47daf7fe" providerId="LiveId" clId="{6B3D1215-98EB-4C4E-87A4-DBD9FD49CA50}" dt="2025-04-14T16:42:11.045" v="16" actId="14100"/>
          <ac:spMkLst>
            <pc:docMk/>
            <pc:sldMk cId="3510345024" sldId="257"/>
            <ac:spMk id="3" creationId="{00000000-0000-0000-0000-000000000000}"/>
          </ac:spMkLst>
        </pc:spChg>
        <pc:spChg chg="add del">
          <ac:chgData name="Kyler Howard" userId="91ab63ab47daf7fe" providerId="LiveId" clId="{6B3D1215-98EB-4C4E-87A4-DBD9FD49CA50}" dt="2025-04-14T16:46:31.420" v="66" actId="478"/>
          <ac:spMkLst>
            <pc:docMk/>
            <pc:sldMk cId="3510345024" sldId="257"/>
            <ac:spMk id="6" creationId="{126D9685-B60D-C3BF-4C43-BD7E8F7240C9}"/>
          </ac:spMkLst>
        </pc:spChg>
        <pc:spChg chg="mod">
          <ac:chgData name="Kyler Howard" userId="91ab63ab47daf7fe" providerId="LiveId" clId="{6B3D1215-98EB-4C4E-87A4-DBD9FD49CA50}" dt="2025-04-14T16:42:02.940" v="14" actId="14100"/>
          <ac:spMkLst>
            <pc:docMk/>
            <pc:sldMk cId="3510345024" sldId="257"/>
            <ac:spMk id="7" creationId="{00000000-0000-0000-0000-000000000000}"/>
          </ac:spMkLst>
        </pc:spChg>
        <pc:spChg chg="mod topLvl">
          <ac:chgData name="Kyler Howard" userId="91ab63ab47daf7fe" providerId="LiveId" clId="{6B3D1215-98EB-4C4E-87A4-DBD9FD49CA50}" dt="2025-04-14T16:52:44.980" v="154" actId="164"/>
          <ac:spMkLst>
            <pc:docMk/>
            <pc:sldMk cId="3510345024" sldId="257"/>
            <ac:spMk id="10" creationId="{212D2C8D-A946-6DC9-5288-EDA2E6E189F8}"/>
          </ac:spMkLst>
        </pc:spChg>
        <pc:spChg chg="del mod">
          <ac:chgData name="Kyler Howard" userId="91ab63ab47daf7fe" providerId="LiveId" clId="{6B3D1215-98EB-4C4E-87A4-DBD9FD49CA50}" dt="2025-04-14T16:43:08.797" v="32" actId="478"/>
          <ac:spMkLst>
            <pc:docMk/>
            <pc:sldMk cId="3510345024" sldId="257"/>
            <ac:spMk id="11" creationId="{CC509FCA-1458-466E-1A09-08233FC37269}"/>
          </ac:spMkLst>
        </pc:spChg>
        <pc:spChg chg="mod topLvl">
          <ac:chgData name="Kyler Howard" userId="91ab63ab47daf7fe" providerId="LiveId" clId="{6B3D1215-98EB-4C4E-87A4-DBD9FD49CA50}" dt="2025-04-14T16:52:52.723" v="155" actId="164"/>
          <ac:spMkLst>
            <pc:docMk/>
            <pc:sldMk cId="3510345024" sldId="257"/>
            <ac:spMk id="12" creationId="{7D663047-226B-9341-1BD8-CC22CADE6F5F}"/>
          </ac:spMkLst>
        </pc:spChg>
        <pc:spChg chg="del">
          <ac:chgData name="Kyler Howard" userId="91ab63ab47daf7fe" providerId="LiveId" clId="{6B3D1215-98EB-4C4E-87A4-DBD9FD49CA50}" dt="2025-04-14T16:43:05.484" v="31" actId="478"/>
          <ac:spMkLst>
            <pc:docMk/>
            <pc:sldMk cId="3510345024" sldId="257"/>
            <ac:spMk id="13" creationId="{0D237E1C-C770-6063-BB90-FD3CC2339279}"/>
          </ac:spMkLst>
        </pc:spChg>
        <pc:spChg chg="add del">
          <ac:chgData name="Kyler Howard" userId="91ab63ab47daf7fe" providerId="LiveId" clId="{6B3D1215-98EB-4C4E-87A4-DBD9FD49CA50}" dt="2025-04-14T16:46:31.420" v="66" actId="478"/>
          <ac:spMkLst>
            <pc:docMk/>
            <pc:sldMk cId="3510345024" sldId="257"/>
            <ac:spMk id="18" creationId="{00000000-0000-0000-0000-000000000000}"/>
          </ac:spMkLst>
        </pc:spChg>
        <pc:spChg chg="mod topLvl">
          <ac:chgData name="Kyler Howard" userId="91ab63ab47daf7fe" providerId="LiveId" clId="{6B3D1215-98EB-4C4E-87A4-DBD9FD49CA50}" dt="2025-04-14T16:54:37.661" v="175" actId="165"/>
          <ac:spMkLst>
            <pc:docMk/>
            <pc:sldMk cId="3510345024" sldId="257"/>
            <ac:spMk id="19" creationId="{00000000-0000-0000-0000-000000000000}"/>
          </ac:spMkLst>
        </pc:spChg>
        <pc:spChg chg="mod topLvl">
          <ac:chgData name="Kyler Howard" userId="91ab63ab47daf7fe" providerId="LiveId" clId="{6B3D1215-98EB-4C4E-87A4-DBD9FD49CA50}" dt="2025-04-14T16:54:37.661" v="175" actId="165"/>
          <ac:spMkLst>
            <pc:docMk/>
            <pc:sldMk cId="3510345024" sldId="257"/>
            <ac:spMk id="20" creationId="{00000000-0000-0000-0000-000000000000}"/>
          </ac:spMkLst>
        </pc:spChg>
        <pc:spChg chg="add del">
          <ac:chgData name="Kyler Howard" userId="91ab63ab47daf7fe" providerId="LiveId" clId="{6B3D1215-98EB-4C4E-87A4-DBD9FD49CA50}" dt="2025-04-14T16:46:31.420" v="66" actId="478"/>
          <ac:spMkLst>
            <pc:docMk/>
            <pc:sldMk cId="3510345024" sldId="257"/>
            <ac:spMk id="21" creationId="{00000000-0000-0000-0000-000000000000}"/>
          </ac:spMkLst>
        </pc:spChg>
        <pc:spChg chg="mod topLvl">
          <ac:chgData name="Kyler Howard" userId="91ab63ab47daf7fe" providerId="LiveId" clId="{6B3D1215-98EB-4C4E-87A4-DBD9FD49CA50}" dt="2025-04-14T16:54:37.661" v="175" actId="165"/>
          <ac:spMkLst>
            <pc:docMk/>
            <pc:sldMk cId="3510345024" sldId="257"/>
            <ac:spMk id="23" creationId="{00000000-0000-0000-0000-000000000000}"/>
          </ac:spMkLst>
        </pc:spChg>
        <pc:spChg chg="mod topLvl">
          <ac:chgData name="Kyler Howard" userId="91ab63ab47daf7fe" providerId="LiveId" clId="{6B3D1215-98EB-4C4E-87A4-DBD9FD49CA50}" dt="2025-04-14T16:54:37.661" v="175" actId="165"/>
          <ac:spMkLst>
            <pc:docMk/>
            <pc:sldMk cId="3510345024" sldId="257"/>
            <ac:spMk id="24" creationId="{00000000-0000-0000-0000-000000000000}"/>
          </ac:spMkLst>
        </pc:spChg>
        <pc:spChg chg="mod topLvl">
          <ac:chgData name="Kyler Howard" userId="91ab63ab47daf7fe" providerId="LiveId" clId="{6B3D1215-98EB-4C4E-87A4-DBD9FD49CA50}" dt="2025-04-14T16:52:52.723" v="155" actId="164"/>
          <ac:spMkLst>
            <pc:docMk/>
            <pc:sldMk cId="3510345024" sldId="257"/>
            <ac:spMk id="25" creationId="{00000000-0000-0000-0000-000000000000}"/>
          </ac:spMkLst>
        </pc:spChg>
        <pc:spChg chg="mod topLvl">
          <ac:chgData name="Kyler Howard" userId="91ab63ab47daf7fe" providerId="LiveId" clId="{6B3D1215-98EB-4C4E-87A4-DBD9FD49CA50}" dt="2025-04-14T16:52:52.723" v="155" actId="164"/>
          <ac:spMkLst>
            <pc:docMk/>
            <pc:sldMk cId="3510345024" sldId="257"/>
            <ac:spMk id="26" creationId="{00000000-0000-0000-0000-000000000000}"/>
          </ac:spMkLst>
        </pc:spChg>
        <pc:spChg chg="add del">
          <ac:chgData name="Kyler Howard" userId="91ab63ab47daf7fe" providerId="LiveId" clId="{6B3D1215-98EB-4C4E-87A4-DBD9FD49CA50}" dt="2025-04-14T16:46:31.420" v="66" actId="478"/>
          <ac:spMkLst>
            <pc:docMk/>
            <pc:sldMk cId="3510345024" sldId="257"/>
            <ac:spMk id="27" creationId="{00000000-0000-0000-0000-000000000000}"/>
          </ac:spMkLst>
        </pc:spChg>
        <pc:spChg chg="add del">
          <ac:chgData name="Kyler Howard" userId="91ab63ab47daf7fe" providerId="LiveId" clId="{6B3D1215-98EB-4C4E-87A4-DBD9FD49CA50}" dt="2025-04-14T16:46:31.420" v="66" actId="478"/>
          <ac:spMkLst>
            <pc:docMk/>
            <pc:sldMk cId="3510345024" sldId="257"/>
            <ac:spMk id="28" creationId="{00000000-0000-0000-0000-000000000000}"/>
          </ac:spMkLst>
        </pc:spChg>
        <pc:spChg chg="mod topLvl">
          <ac:chgData name="Kyler Howard" userId="91ab63ab47daf7fe" providerId="LiveId" clId="{6B3D1215-98EB-4C4E-87A4-DBD9FD49CA50}" dt="2025-04-14T16:54:37.661" v="175" actId="165"/>
          <ac:spMkLst>
            <pc:docMk/>
            <pc:sldMk cId="3510345024" sldId="257"/>
            <ac:spMk id="29" creationId="{00000000-0000-0000-0000-000000000000}"/>
          </ac:spMkLst>
        </pc:spChg>
        <pc:spChg chg="mod topLvl">
          <ac:chgData name="Kyler Howard" userId="91ab63ab47daf7fe" providerId="LiveId" clId="{6B3D1215-98EB-4C4E-87A4-DBD9FD49CA50}" dt="2025-04-14T17:01:33.787" v="185" actId="207"/>
          <ac:spMkLst>
            <pc:docMk/>
            <pc:sldMk cId="3510345024" sldId="257"/>
            <ac:spMk id="30" creationId="{98A7857C-17F0-FCED-BEC2-65566777114C}"/>
          </ac:spMkLst>
        </pc:spChg>
        <pc:spChg chg="add mod">
          <ac:chgData name="Kyler Howard" userId="91ab63ab47daf7fe" providerId="LiveId" clId="{6B3D1215-98EB-4C4E-87A4-DBD9FD49CA50}" dt="2025-04-14T16:40:55.421" v="0"/>
          <ac:spMkLst>
            <pc:docMk/>
            <pc:sldMk cId="3510345024" sldId="257"/>
            <ac:spMk id="33" creationId="{DDA239C1-62CF-12AF-DA3E-98D99B82C3FC}"/>
          </ac:spMkLst>
        </pc:spChg>
        <pc:spChg chg="add del">
          <ac:chgData name="Kyler Howard" userId="91ab63ab47daf7fe" providerId="LiveId" clId="{6B3D1215-98EB-4C4E-87A4-DBD9FD49CA50}" dt="2025-04-14T16:46:31.420" v="66" actId="478"/>
          <ac:spMkLst>
            <pc:docMk/>
            <pc:sldMk cId="3510345024" sldId="257"/>
            <ac:spMk id="34" creationId="{00000000-0000-0000-0000-000000000000}"/>
          </ac:spMkLst>
        </pc:spChg>
        <pc:spChg chg="add mod">
          <ac:chgData name="Kyler Howard" userId="91ab63ab47daf7fe" providerId="LiveId" clId="{6B3D1215-98EB-4C4E-87A4-DBD9FD49CA50}" dt="2025-04-14T16:40:55.421" v="0"/>
          <ac:spMkLst>
            <pc:docMk/>
            <pc:sldMk cId="3510345024" sldId="257"/>
            <ac:spMk id="35" creationId="{8D1CD8F9-7E4A-521C-F8DA-DD86FFF4C6B2}"/>
          </ac:spMkLst>
        </pc:spChg>
        <pc:spChg chg="add mod">
          <ac:chgData name="Kyler Howard" userId="91ab63ab47daf7fe" providerId="LiveId" clId="{6B3D1215-98EB-4C4E-87A4-DBD9FD49CA50}" dt="2025-04-14T16:40:55.421" v="0"/>
          <ac:spMkLst>
            <pc:docMk/>
            <pc:sldMk cId="3510345024" sldId="257"/>
            <ac:spMk id="36" creationId="{69E4963E-3CB5-FFA9-E87C-EDC988A64558}"/>
          </ac:spMkLst>
        </pc:spChg>
        <pc:spChg chg="del">
          <ac:chgData name="Kyler Howard" userId="91ab63ab47daf7fe" providerId="LiveId" clId="{6B3D1215-98EB-4C4E-87A4-DBD9FD49CA50}" dt="2025-04-14T16:43:00.846" v="29" actId="478"/>
          <ac:spMkLst>
            <pc:docMk/>
            <pc:sldMk cId="3510345024" sldId="257"/>
            <ac:spMk id="37" creationId="{00000000-0000-0000-0000-000000000000}"/>
          </ac:spMkLst>
        </pc:spChg>
        <pc:spChg chg="mod topLvl">
          <ac:chgData name="Kyler Howard" userId="91ab63ab47daf7fe" providerId="LiveId" clId="{6B3D1215-98EB-4C4E-87A4-DBD9FD49CA50}" dt="2025-04-14T17:01:39.636" v="186" actId="207"/>
          <ac:spMkLst>
            <pc:docMk/>
            <pc:sldMk cId="3510345024" sldId="257"/>
            <ac:spMk id="38" creationId="{00000000-0000-0000-0000-000000000000}"/>
          </ac:spMkLst>
        </pc:spChg>
        <pc:spChg chg="add mod">
          <ac:chgData name="Kyler Howard" userId="91ab63ab47daf7fe" providerId="LiveId" clId="{6B3D1215-98EB-4C4E-87A4-DBD9FD49CA50}" dt="2025-04-14T16:40:55.421" v="0"/>
          <ac:spMkLst>
            <pc:docMk/>
            <pc:sldMk cId="3510345024" sldId="257"/>
            <ac:spMk id="40" creationId="{B43C80C0-0CE8-B342-BAC3-4019649E6949}"/>
          </ac:spMkLst>
        </pc:spChg>
        <pc:spChg chg="add mod">
          <ac:chgData name="Kyler Howard" userId="91ab63ab47daf7fe" providerId="LiveId" clId="{6B3D1215-98EB-4C4E-87A4-DBD9FD49CA50}" dt="2025-04-14T16:40:55.421" v="0"/>
          <ac:spMkLst>
            <pc:docMk/>
            <pc:sldMk cId="3510345024" sldId="257"/>
            <ac:spMk id="41" creationId="{F9A26DC6-1A56-0125-9E23-A0AF0FD17537}"/>
          </ac:spMkLst>
        </pc:spChg>
        <pc:spChg chg="add mod">
          <ac:chgData name="Kyler Howard" userId="91ab63ab47daf7fe" providerId="LiveId" clId="{6B3D1215-98EB-4C4E-87A4-DBD9FD49CA50}" dt="2025-04-14T16:40:55.421" v="0"/>
          <ac:spMkLst>
            <pc:docMk/>
            <pc:sldMk cId="3510345024" sldId="257"/>
            <ac:spMk id="42" creationId="{F64A3141-D86B-32E1-D767-70AB06F36015}"/>
          </ac:spMkLst>
        </pc:spChg>
        <pc:spChg chg="add mod">
          <ac:chgData name="Kyler Howard" userId="91ab63ab47daf7fe" providerId="LiveId" clId="{6B3D1215-98EB-4C4E-87A4-DBD9FD49CA50}" dt="2025-04-14T16:40:55.421" v="0"/>
          <ac:spMkLst>
            <pc:docMk/>
            <pc:sldMk cId="3510345024" sldId="257"/>
            <ac:spMk id="43" creationId="{D20AC7C3-8337-CBA3-CDC6-F4BBDFFA2FB3}"/>
          </ac:spMkLst>
        </pc:spChg>
        <pc:spChg chg="del">
          <ac:chgData name="Kyler Howard" userId="91ab63ab47daf7fe" providerId="LiveId" clId="{6B3D1215-98EB-4C4E-87A4-DBD9FD49CA50}" dt="2025-04-14T16:43:05.484" v="31" actId="478"/>
          <ac:spMkLst>
            <pc:docMk/>
            <pc:sldMk cId="3510345024" sldId="257"/>
            <ac:spMk id="44" creationId="{00000000-0000-0000-0000-000000000000}"/>
          </ac:spMkLst>
        </pc:spChg>
        <pc:spChg chg="add mod">
          <ac:chgData name="Kyler Howard" userId="91ab63ab47daf7fe" providerId="LiveId" clId="{6B3D1215-98EB-4C4E-87A4-DBD9FD49CA50}" dt="2025-04-14T16:40:55.421" v="0"/>
          <ac:spMkLst>
            <pc:docMk/>
            <pc:sldMk cId="3510345024" sldId="257"/>
            <ac:spMk id="45" creationId="{0741D177-CA01-0324-AD5D-8ADC8F10BAAA}"/>
          </ac:spMkLst>
        </pc:spChg>
        <pc:spChg chg="add mod">
          <ac:chgData name="Kyler Howard" userId="91ab63ab47daf7fe" providerId="LiveId" clId="{6B3D1215-98EB-4C4E-87A4-DBD9FD49CA50}" dt="2025-04-14T16:40:55.421" v="0"/>
          <ac:spMkLst>
            <pc:docMk/>
            <pc:sldMk cId="3510345024" sldId="257"/>
            <ac:spMk id="47" creationId="{A304CE10-8B04-0053-2994-19FD46853516}"/>
          </ac:spMkLst>
        </pc:spChg>
        <pc:spChg chg="add mod">
          <ac:chgData name="Kyler Howard" userId="91ab63ab47daf7fe" providerId="LiveId" clId="{6B3D1215-98EB-4C4E-87A4-DBD9FD49CA50}" dt="2025-04-14T16:40:55.421" v="0"/>
          <ac:spMkLst>
            <pc:docMk/>
            <pc:sldMk cId="3510345024" sldId="257"/>
            <ac:spMk id="49" creationId="{AE72AEFA-0B9D-FB2B-A74D-11AAF24D7150}"/>
          </ac:spMkLst>
        </pc:spChg>
        <pc:spChg chg="add mod">
          <ac:chgData name="Kyler Howard" userId="91ab63ab47daf7fe" providerId="LiveId" clId="{6B3D1215-98EB-4C4E-87A4-DBD9FD49CA50}" dt="2025-04-14T16:40:58.341" v="2"/>
          <ac:spMkLst>
            <pc:docMk/>
            <pc:sldMk cId="3510345024" sldId="257"/>
            <ac:spMk id="53" creationId="{CD2796C9-1411-37FD-D7E6-65FB1C8F4DD3}"/>
          </ac:spMkLst>
        </pc:spChg>
        <pc:spChg chg="add mod">
          <ac:chgData name="Kyler Howard" userId="91ab63ab47daf7fe" providerId="LiveId" clId="{6B3D1215-98EB-4C4E-87A4-DBD9FD49CA50}" dt="2025-04-14T16:40:58.341" v="2"/>
          <ac:spMkLst>
            <pc:docMk/>
            <pc:sldMk cId="3510345024" sldId="257"/>
            <ac:spMk id="54" creationId="{1C11B759-E5DD-7FEA-6D72-B0E27F97BEFF}"/>
          </ac:spMkLst>
        </pc:spChg>
        <pc:spChg chg="add mod">
          <ac:chgData name="Kyler Howard" userId="91ab63ab47daf7fe" providerId="LiveId" clId="{6B3D1215-98EB-4C4E-87A4-DBD9FD49CA50}" dt="2025-04-14T16:40:58.341" v="2"/>
          <ac:spMkLst>
            <pc:docMk/>
            <pc:sldMk cId="3510345024" sldId="257"/>
            <ac:spMk id="55" creationId="{3A561E6C-1FAD-66CA-AA06-50B96393132D}"/>
          </ac:spMkLst>
        </pc:spChg>
        <pc:spChg chg="add mod">
          <ac:chgData name="Kyler Howard" userId="91ab63ab47daf7fe" providerId="LiveId" clId="{6B3D1215-98EB-4C4E-87A4-DBD9FD49CA50}" dt="2025-04-14T16:40:58.341" v="2"/>
          <ac:spMkLst>
            <pc:docMk/>
            <pc:sldMk cId="3510345024" sldId="257"/>
            <ac:spMk id="56" creationId="{E992CE97-6B12-2607-810A-58777A7A35EF}"/>
          </ac:spMkLst>
        </pc:spChg>
        <pc:spChg chg="add mod">
          <ac:chgData name="Kyler Howard" userId="91ab63ab47daf7fe" providerId="LiveId" clId="{6B3D1215-98EB-4C4E-87A4-DBD9FD49CA50}" dt="2025-04-14T16:40:58.341" v="2"/>
          <ac:spMkLst>
            <pc:docMk/>
            <pc:sldMk cId="3510345024" sldId="257"/>
            <ac:spMk id="57" creationId="{AC70E0FD-7C98-9988-9330-59EA5BD9EC6C}"/>
          </ac:spMkLst>
        </pc:spChg>
        <pc:spChg chg="add mod">
          <ac:chgData name="Kyler Howard" userId="91ab63ab47daf7fe" providerId="LiveId" clId="{6B3D1215-98EB-4C4E-87A4-DBD9FD49CA50}" dt="2025-04-14T16:40:58.341" v="2"/>
          <ac:spMkLst>
            <pc:docMk/>
            <pc:sldMk cId="3510345024" sldId="257"/>
            <ac:spMk id="59" creationId="{D6501261-F9C8-3775-20CF-A69BD74698A1}"/>
          </ac:spMkLst>
        </pc:spChg>
        <pc:spChg chg="add mod">
          <ac:chgData name="Kyler Howard" userId="91ab63ab47daf7fe" providerId="LiveId" clId="{6B3D1215-98EB-4C4E-87A4-DBD9FD49CA50}" dt="2025-04-14T16:40:58.341" v="2"/>
          <ac:spMkLst>
            <pc:docMk/>
            <pc:sldMk cId="3510345024" sldId="257"/>
            <ac:spMk id="60" creationId="{132A53DB-90D1-1CC2-188C-8B2EE053846B}"/>
          </ac:spMkLst>
        </pc:spChg>
        <pc:spChg chg="add mod">
          <ac:chgData name="Kyler Howard" userId="91ab63ab47daf7fe" providerId="LiveId" clId="{6B3D1215-98EB-4C4E-87A4-DBD9FD49CA50}" dt="2025-04-14T16:40:58.341" v="2"/>
          <ac:spMkLst>
            <pc:docMk/>
            <pc:sldMk cId="3510345024" sldId="257"/>
            <ac:spMk id="62" creationId="{DEF0C2D0-FFF2-E255-1937-97D14D246FDF}"/>
          </ac:spMkLst>
        </pc:spChg>
        <pc:spChg chg="add mod">
          <ac:chgData name="Kyler Howard" userId="91ab63ab47daf7fe" providerId="LiveId" clId="{6B3D1215-98EB-4C4E-87A4-DBD9FD49CA50}" dt="2025-04-14T16:40:58.341" v="2"/>
          <ac:spMkLst>
            <pc:docMk/>
            <pc:sldMk cId="3510345024" sldId="257"/>
            <ac:spMk id="63" creationId="{63D8C22F-89E1-02F8-F274-15D2B7BDBEA5}"/>
          </ac:spMkLst>
        </pc:spChg>
        <pc:spChg chg="add mod">
          <ac:chgData name="Kyler Howard" userId="91ab63ab47daf7fe" providerId="LiveId" clId="{6B3D1215-98EB-4C4E-87A4-DBD9FD49CA50}" dt="2025-04-14T16:40:58.341" v="2"/>
          <ac:spMkLst>
            <pc:docMk/>
            <pc:sldMk cId="3510345024" sldId="257"/>
            <ac:spMk id="65" creationId="{4CFDBAFA-C6B8-5D83-9860-B8BB84994FDD}"/>
          </ac:spMkLst>
        </pc:spChg>
        <pc:spChg chg="del">
          <ac:chgData name="Kyler Howard" userId="91ab63ab47daf7fe" providerId="LiveId" clId="{6B3D1215-98EB-4C4E-87A4-DBD9FD49CA50}" dt="2025-04-14T16:43:49.099" v="43" actId="478"/>
          <ac:spMkLst>
            <pc:docMk/>
            <pc:sldMk cId="3510345024" sldId="257"/>
            <ac:spMk id="69" creationId="{00000000-0000-0000-0000-000000000000}"/>
          </ac:spMkLst>
        </pc:spChg>
        <pc:spChg chg="add mod">
          <ac:chgData name="Kyler Howard" userId="91ab63ab47daf7fe" providerId="LiveId" clId="{6B3D1215-98EB-4C4E-87A4-DBD9FD49CA50}" dt="2025-04-14T16:41:02.580" v="4" actId="571"/>
          <ac:spMkLst>
            <pc:docMk/>
            <pc:sldMk cId="3510345024" sldId="257"/>
            <ac:spMk id="70" creationId="{A65DCF55-AF0F-0130-8683-FBBED0E03AFE}"/>
          </ac:spMkLst>
        </pc:spChg>
        <pc:spChg chg="add mod">
          <ac:chgData name="Kyler Howard" userId="91ab63ab47daf7fe" providerId="LiveId" clId="{6B3D1215-98EB-4C4E-87A4-DBD9FD49CA50}" dt="2025-04-14T16:41:02.580" v="4" actId="571"/>
          <ac:spMkLst>
            <pc:docMk/>
            <pc:sldMk cId="3510345024" sldId="257"/>
            <ac:spMk id="71" creationId="{EA4CBACD-40FA-FDA4-AA84-D9F4D8509C4A}"/>
          </ac:spMkLst>
        </pc:spChg>
        <pc:spChg chg="add mod">
          <ac:chgData name="Kyler Howard" userId="91ab63ab47daf7fe" providerId="LiveId" clId="{6B3D1215-98EB-4C4E-87A4-DBD9FD49CA50}" dt="2025-04-14T16:41:02.580" v="4" actId="571"/>
          <ac:spMkLst>
            <pc:docMk/>
            <pc:sldMk cId="3510345024" sldId="257"/>
            <ac:spMk id="74" creationId="{ECF15AE5-6838-EB4A-05AF-AC7CE07424B9}"/>
          </ac:spMkLst>
        </pc:spChg>
        <pc:spChg chg="del">
          <ac:chgData name="Kyler Howard" userId="91ab63ab47daf7fe" providerId="LiveId" clId="{6B3D1215-98EB-4C4E-87A4-DBD9FD49CA50}" dt="2025-04-14T16:44:25.213" v="50" actId="478"/>
          <ac:spMkLst>
            <pc:docMk/>
            <pc:sldMk cId="3510345024" sldId="257"/>
            <ac:spMk id="75" creationId="{D5CBFE54-2B16-7396-295D-0864FA4BAEF0}"/>
          </ac:spMkLst>
        </pc:spChg>
        <pc:spChg chg="del">
          <ac:chgData name="Kyler Howard" userId="91ab63ab47daf7fe" providerId="LiveId" clId="{6B3D1215-98EB-4C4E-87A4-DBD9FD49CA50}" dt="2025-04-14T16:44:25.213" v="50" actId="478"/>
          <ac:spMkLst>
            <pc:docMk/>
            <pc:sldMk cId="3510345024" sldId="257"/>
            <ac:spMk id="76" creationId="{E5627056-3226-1E86-CF0C-2FD026467EC3}"/>
          </ac:spMkLst>
        </pc:spChg>
        <pc:spChg chg="del">
          <ac:chgData name="Kyler Howard" userId="91ab63ab47daf7fe" providerId="LiveId" clId="{6B3D1215-98EB-4C4E-87A4-DBD9FD49CA50}" dt="2025-04-14T16:44:25.213" v="50" actId="478"/>
          <ac:spMkLst>
            <pc:docMk/>
            <pc:sldMk cId="3510345024" sldId="257"/>
            <ac:spMk id="77" creationId="{3BB2CD03-2087-BC6D-6A3A-39452D1E080B}"/>
          </ac:spMkLst>
        </pc:spChg>
        <pc:spChg chg="add mod">
          <ac:chgData name="Kyler Howard" userId="91ab63ab47daf7fe" providerId="LiveId" clId="{6B3D1215-98EB-4C4E-87A4-DBD9FD49CA50}" dt="2025-04-14T16:41:02.580" v="4" actId="571"/>
          <ac:spMkLst>
            <pc:docMk/>
            <pc:sldMk cId="3510345024" sldId="257"/>
            <ac:spMk id="78" creationId="{3B63B56A-C03E-EA76-0BAC-658C52DC6CCB}"/>
          </ac:spMkLst>
        </pc:spChg>
        <pc:spChg chg="add mod">
          <ac:chgData name="Kyler Howard" userId="91ab63ab47daf7fe" providerId="LiveId" clId="{6B3D1215-98EB-4C4E-87A4-DBD9FD49CA50}" dt="2025-04-14T16:41:02.580" v="4" actId="571"/>
          <ac:spMkLst>
            <pc:docMk/>
            <pc:sldMk cId="3510345024" sldId="257"/>
            <ac:spMk id="79" creationId="{0A0EECEE-242A-8158-A5D1-DB9B7D81A9DA}"/>
          </ac:spMkLst>
        </pc:spChg>
        <pc:spChg chg="add mod">
          <ac:chgData name="Kyler Howard" userId="91ab63ab47daf7fe" providerId="LiveId" clId="{6B3D1215-98EB-4C4E-87A4-DBD9FD49CA50}" dt="2025-04-14T16:41:02.580" v="4" actId="571"/>
          <ac:spMkLst>
            <pc:docMk/>
            <pc:sldMk cId="3510345024" sldId="257"/>
            <ac:spMk id="80" creationId="{475AB1DB-A137-D3BC-2A42-90E47CDC89AF}"/>
          </ac:spMkLst>
        </pc:spChg>
        <pc:spChg chg="add mod">
          <ac:chgData name="Kyler Howard" userId="91ab63ab47daf7fe" providerId="LiveId" clId="{6B3D1215-98EB-4C4E-87A4-DBD9FD49CA50}" dt="2025-04-14T16:41:02.580" v="4" actId="571"/>
          <ac:spMkLst>
            <pc:docMk/>
            <pc:sldMk cId="3510345024" sldId="257"/>
            <ac:spMk id="81" creationId="{FC045352-C6E7-9420-66EB-438A63A13B9E}"/>
          </ac:spMkLst>
        </pc:spChg>
        <pc:spChg chg="add mod">
          <ac:chgData name="Kyler Howard" userId="91ab63ab47daf7fe" providerId="LiveId" clId="{6B3D1215-98EB-4C4E-87A4-DBD9FD49CA50}" dt="2025-04-14T16:41:02.580" v="4" actId="571"/>
          <ac:spMkLst>
            <pc:docMk/>
            <pc:sldMk cId="3510345024" sldId="257"/>
            <ac:spMk id="82" creationId="{A2D09CFF-CE12-10DD-CC28-4E952FB5F923}"/>
          </ac:spMkLst>
        </pc:spChg>
        <pc:spChg chg="del">
          <ac:chgData name="Kyler Howard" userId="91ab63ab47daf7fe" providerId="LiveId" clId="{6B3D1215-98EB-4C4E-87A4-DBD9FD49CA50}" dt="2025-04-14T16:44:25.213" v="50" actId="478"/>
          <ac:spMkLst>
            <pc:docMk/>
            <pc:sldMk cId="3510345024" sldId="257"/>
            <ac:spMk id="83" creationId="{C150D34A-780C-5EE7-1B20-DCA983DC7E9F}"/>
          </ac:spMkLst>
        </pc:spChg>
        <pc:spChg chg="add mod">
          <ac:chgData name="Kyler Howard" userId="91ab63ab47daf7fe" providerId="LiveId" clId="{6B3D1215-98EB-4C4E-87A4-DBD9FD49CA50}" dt="2025-04-14T16:41:02.580" v="4" actId="571"/>
          <ac:spMkLst>
            <pc:docMk/>
            <pc:sldMk cId="3510345024" sldId="257"/>
            <ac:spMk id="85" creationId="{027087C5-C28B-1693-4C23-B9D02CAD7E1A}"/>
          </ac:spMkLst>
        </pc:spChg>
        <pc:spChg chg="add mod">
          <ac:chgData name="Kyler Howard" userId="91ab63ab47daf7fe" providerId="LiveId" clId="{6B3D1215-98EB-4C4E-87A4-DBD9FD49CA50}" dt="2025-04-14T16:41:02.580" v="4" actId="571"/>
          <ac:spMkLst>
            <pc:docMk/>
            <pc:sldMk cId="3510345024" sldId="257"/>
            <ac:spMk id="86" creationId="{2704C75F-3E63-623F-E7DA-39A65DBED7A0}"/>
          </ac:spMkLst>
        </pc:spChg>
        <pc:spChg chg="add del">
          <ac:chgData name="Kyler Howard" userId="91ab63ab47daf7fe" providerId="LiveId" clId="{6B3D1215-98EB-4C4E-87A4-DBD9FD49CA50}" dt="2025-04-14T16:46:31.420" v="66" actId="478"/>
          <ac:spMkLst>
            <pc:docMk/>
            <pc:sldMk cId="3510345024" sldId="257"/>
            <ac:spMk id="88" creationId="{F515CAC0-58B3-E6C2-C5C6-C3F8B94B1997}"/>
          </ac:spMkLst>
        </pc:spChg>
        <pc:spChg chg="del">
          <ac:chgData name="Kyler Howard" userId="91ab63ab47daf7fe" providerId="LiveId" clId="{6B3D1215-98EB-4C4E-87A4-DBD9FD49CA50}" dt="2025-04-14T16:44:25.213" v="50" actId="478"/>
          <ac:spMkLst>
            <pc:docMk/>
            <pc:sldMk cId="3510345024" sldId="257"/>
            <ac:spMk id="89" creationId="{FECB9B44-AD28-6DCE-F464-1A32014634BE}"/>
          </ac:spMkLst>
        </pc:spChg>
        <pc:spChg chg="add mod topLvl">
          <ac:chgData name="Kyler Howard" userId="91ab63ab47daf7fe" providerId="LiveId" clId="{6B3D1215-98EB-4C4E-87A4-DBD9FD49CA50}" dt="2025-04-14T16:54:37.661" v="175" actId="165"/>
          <ac:spMkLst>
            <pc:docMk/>
            <pc:sldMk cId="3510345024" sldId="257"/>
            <ac:spMk id="91" creationId="{F7509845-E084-0BDF-F18A-10B838758A9D}"/>
          </ac:spMkLst>
        </pc:spChg>
        <pc:spChg chg="del">
          <ac:chgData name="Kyler Howard" userId="91ab63ab47daf7fe" providerId="LiveId" clId="{6B3D1215-98EB-4C4E-87A4-DBD9FD49CA50}" dt="2025-04-14T16:44:25.213" v="50" actId="478"/>
          <ac:spMkLst>
            <pc:docMk/>
            <pc:sldMk cId="3510345024" sldId="257"/>
            <ac:spMk id="92" creationId="{3F1DD868-2434-5FD8-00E5-FBBE9465C6F4}"/>
          </ac:spMkLst>
        </pc:spChg>
        <pc:spChg chg="add mod topLvl">
          <ac:chgData name="Kyler Howard" userId="91ab63ab47daf7fe" providerId="LiveId" clId="{6B3D1215-98EB-4C4E-87A4-DBD9FD49CA50}" dt="2025-04-14T16:54:37.661" v="175" actId="165"/>
          <ac:spMkLst>
            <pc:docMk/>
            <pc:sldMk cId="3510345024" sldId="257"/>
            <ac:spMk id="93" creationId="{47E4C9E2-FACD-716E-75A3-EFF51392E2BB}"/>
          </ac:spMkLst>
        </pc:spChg>
        <pc:spChg chg="del">
          <ac:chgData name="Kyler Howard" userId="91ab63ab47daf7fe" providerId="LiveId" clId="{6B3D1215-98EB-4C4E-87A4-DBD9FD49CA50}" dt="2025-04-14T16:44:25.213" v="50" actId="478"/>
          <ac:spMkLst>
            <pc:docMk/>
            <pc:sldMk cId="3510345024" sldId="257"/>
            <ac:spMk id="95" creationId="{E66D4AB4-E4D4-5E32-BF30-B28EB4E6A718}"/>
          </ac:spMkLst>
        </pc:spChg>
        <pc:spChg chg="add mod topLvl">
          <ac:chgData name="Kyler Howard" userId="91ab63ab47daf7fe" providerId="LiveId" clId="{6B3D1215-98EB-4C4E-87A4-DBD9FD49CA50}" dt="2025-04-14T16:54:37.661" v="175" actId="165"/>
          <ac:spMkLst>
            <pc:docMk/>
            <pc:sldMk cId="3510345024" sldId="257"/>
            <ac:spMk id="96" creationId="{216B900C-DF4C-72C0-735D-AF2A9AE6DAB9}"/>
          </ac:spMkLst>
        </pc:spChg>
        <pc:spChg chg="del">
          <ac:chgData name="Kyler Howard" userId="91ab63ab47daf7fe" providerId="LiveId" clId="{6B3D1215-98EB-4C4E-87A4-DBD9FD49CA50}" dt="2025-04-14T16:44:25.213" v="50" actId="478"/>
          <ac:spMkLst>
            <pc:docMk/>
            <pc:sldMk cId="3510345024" sldId="257"/>
            <ac:spMk id="97" creationId="{12B1B492-9A85-B0B2-4A1E-722D386CEE54}"/>
          </ac:spMkLst>
        </pc:spChg>
        <pc:spChg chg="del">
          <ac:chgData name="Kyler Howard" userId="91ab63ab47daf7fe" providerId="LiveId" clId="{6B3D1215-98EB-4C4E-87A4-DBD9FD49CA50}" dt="2025-04-14T16:44:25.213" v="50" actId="478"/>
          <ac:spMkLst>
            <pc:docMk/>
            <pc:sldMk cId="3510345024" sldId="257"/>
            <ac:spMk id="98" creationId="{3CC8D574-63C2-CE22-3E71-F7318D714DE6}"/>
          </ac:spMkLst>
        </pc:spChg>
        <pc:spChg chg="add mod topLvl">
          <ac:chgData name="Kyler Howard" userId="91ab63ab47daf7fe" providerId="LiveId" clId="{6B3D1215-98EB-4C4E-87A4-DBD9FD49CA50}" dt="2025-04-14T16:54:37.661" v="175" actId="165"/>
          <ac:spMkLst>
            <pc:docMk/>
            <pc:sldMk cId="3510345024" sldId="257"/>
            <ac:spMk id="101" creationId="{18E8E446-57C3-9165-4F27-661A46F764F2}"/>
          </ac:spMkLst>
        </pc:spChg>
        <pc:spChg chg="add mod">
          <ac:chgData name="Kyler Howard" userId="91ab63ab47daf7fe" providerId="LiveId" clId="{6B3D1215-98EB-4C4E-87A4-DBD9FD49CA50}" dt="2025-04-14T16:43:51.317" v="44"/>
          <ac:spMkLst>
            <pc:docMk/>
            <pc:sldMk cId="3510345024" sldId="257"/>
            <ac:spMk id="103" creationId="{F8838F0E-24F7-7EF5-7B17-304922FED404}"/>
          </ac:spMkLst>
        </pc:spChg>
        <pc:spChg chg="add mod">
          <ac:chgData name="Kyler Howard" userId="91ab63ab47daf7fe" providerId="LiveId" clId="{6B3D1215-98EB-4C4E-87A4-DBD9FD49CA50}" dt="2025-04-14T16:43:51.317" v="44"/>
          <ac:spMkLst>
            <pc:docMk/>
            <pc:sldMk cId="3510345024" sldId="257"/>
            <ac:spMk id="104" creationId="{16E69710-4CA9-B3B5-171C-ADBE6028132E}"/>
          </ac:spMkLst>
        </pc:spChg>
        <pc:spChg chg="add mod">
          <ac:chgData name="Kyler Howard" userId="91ab63ab47daf7fe" providerId="LiveId" clId="{6B3D1215-98EB-4C4E-87A4-DBD9FD49CA50}" dt="2025-04-14T16:43:51.317" v="44"/>
          <ac:spMkLst>
            <pc:docMk/>
            <pc:sldMk cId="3510345024" sldId="257"/>
            <ac:spMk id="105" creationId="{F48BFEC7-A299-A466-3860-03074A1E7EC3}"/>
          </ac:spMkLst>
        </pc:spChg>
        <pc:spChg chg="add mod">
          <ac:chgData name="Kyler Howard" userId="91ab63ab47daf7fe" providerId="LiveId" clId="{6B3D1215-98EB-4C4E-87A4-DBD9FD49CA50}" dt="2025-04-14T16:43:51.317" v="44"/>
          <ac:spMkLst>
            <pc:docMk/>
            <pc:sldMk cId="3510345024" sldId="257"/>
            <ac:spMk id="107" creationId="{098102A5-38EB-E750-5AD6-916432B5C40D}"/>
          </ac:spMkLst>
        </pc:spChg>
        <pc:spChg chg="add mod topLvl">
          <ac:chgData name="Kyler Howard" userId="91ab63ab47daf7fe" providerId="LiveId" clId="{6B3D1215-98EB-4C4E-87A4-DBD9FD49CA50}" dt="2025-04-14T16:54:37.661" v="175" actId="165"/>
          <ac:spMkLst>
            <pc:docMk/>
            <pc:sldMk cId="3510345024" sldId="257"/>
            <ac:spMk id="109" creationId="{889AAF87-FEB8-E88D-A8D8-A9789847C37C}"/>
          </ac:spMkLst>
        </pc:spChg>
        <pc:spChg chg="add mod">
          <ac:chgData name="Kyler Howard" userId="91ab63ab47daf7fe" providerId="LiveId" clId="{6B3D1215-98EB-4C4E-87A4-DBD9FD49CA50}" dt="2025-04-14T16:54:39.935" v="176" actId="165"/>
          <ac:spMkLst>
            <pc:docMk/>
            <pc:sldMk cId="3510345024" sldId="257"/>
            <ac:spMk id="115" creationId="{96600D36-3784-B6B0-1119-AEAEB5253E69}"/>
          </ac:spMkLst>
        </pc:spChg>
        <pc:spChg chg="del">
          <ac:chgData name="Kyler Howard" userId="91ab63ab47daf7fe" providerId="LiveId" clId="{6B3D1215-98EB-4C4E-87A4-DBD9FD49CA50}" dt="2025-04-14T16:43:05.484" v="31" actId="478"/>
          <ac:spMkLst>
            <pc:docMk/>
            <pc:sldMk cId="3510345024" sldId="257"/>
            <ac:spMk id="116" creationId="{E0C71D54-B95B-8FD6-5B25-4EE82B5EBE65}"/>
          </ac:spMkLst>
        </pc:spChg>
        <pc:spChg chg="add mod">
          <ac:chgData name="Kyler Howard" userId="91ab63ab47daf7fe" providerId="LiveId" clId="{6B3D1215-98EB-4C4E-87A4-DBD9FD49CA50}" dt="2025-04-14T16:54:39.935" v="176" actId="165"/>
          <ac:spMkLst>
            <pc:docMk/>
            <pc:sldMk cId="3510345024" sldId="257"/>
            <ac:spMk id="117" creationId="{EC11F002-02BB-5842-0E5E-06E9EDE7B181}"/>
          </ac:spMkLst>
        </pc:spChg>
        <pc:spChg chg="add mod">
          <ac:chgData name="Kyler Howard" userId="91ab63ab47daf7fe" providerId="LiveId" clId="{6B3D1215-98EB-4C4E-87A4-DBD9FD49CA50}" dt="2025-04-14T16:54:39.935" v="176" actId="165"/>
          <ac:spMkLst>
            <pc:docMk/>
            <pc:sldMk cId="3510345024" sldId="257"/>
            <ac:spMk id="118" creationId="{EE18CB82-FA45-FAB1-0139-605CC1981D90}"/>
          </ac:spMkLst>
        </pc:spChg>
        <pc:spChg chg="add mod">
          <ac:chgData name="Kyler Howard" userId="91ab63ab47daf7fe" providerId="LiveId" clId="{6B3D1215-98EB-4C4E-87A4-DBD9FD49CA50}" dt="2025-04-14T16:54:39.935" v="176" actId="165"/>
          <ac:spMkLst>
            <pc:docMk/>
            <pc:sldMk cId="3510345024" sldId="257"/>
            <ac:spMk id="120" creationId="{D1A04F9C-3430-99C9-A662-7DDC72E951F6}"/>
          </ac:spMkLst>
        </pc:spChg>
        <pc:spChg chg="add mod">
          <ac:chgData name="Kyler Howard" userId="91ab63ab47daf7fe" providerId="LiveId" clId="{6B3D1215-98EB-4C4E-87A4-DBD9FD49CA50}" dt="2025-04-14T16:54:39.935" v="176" actId="165"/>
          <ac:spMkLst>
            <pc:docMk/>
            <pc:sldMk cId="3510345024" sldId="257"/>
            <ac:spMk id="121" creationId="{51C83ACA-0A4B-2E0A-9ABA-63503CEB7A48}"/>
          </ac:spMkLst>
        </pc:spChg>
        <pc:spChg chg="mod">
          <ac:chgData name="Kyler Howard" userId="91ab63ab47daf7fe" providerId="LiveId" clId="{6B3D1215-98EB-4C4E-87A4-DBD9FD49CA50}" dt="2025-04-14T16:49:46.586" v="100" actId="164"/>
          <ac:spMkLst>
            <pc:docMk/>
            <pc:sldMk cId="3510345024" sldId="257"/>
            <ac:spMk id="122" creationId="{15CA280B-8900-E025-96ED-67FAC163EE2A}"/>
          </ac:spMkLst>
        </pc:spChg>
        <pc:spChg chg="add mod">
          <ac:chgData name="Kyler Howard" userId="91ab63ab47daf7fe" providerId="LiveId" clId="{6B3D1215-98EB-4C4E-87A4-DBD9FD49CA50}" dt="2025-04-14T16:54:39.935" v="176" actId="165"/>
          <ac:spMkLst>
            <pc:docMk/>
            <pc:sldMk cId="3510345024" sldId="257"/>
            <ac:spMk id="123" creationId="{F6E89A47-8CFC-9DDB-C3E5-402E2472737C}"/>
          </ac:spMkLst>
        </pc:spChg>
        <pc:spChg chg="add mod">
          <ac:chgData name="Kyler Howard" userId="91ab63ab47daf7fe" providerId="LiveId" clId="{6B3D1215-98EB-4C4E-87A4-DBD9FD49CA50}" dt="2025-04-14T16:54:39.935" v="176" actId="165"/>
          <ac:spMkLst>
            <pc:docMk/>
            <pc:sldMk cId="3510345024" sldId="257"/>
            <ac:spMk id="124" creationId="{32A98037-4B09-50AD-AE55-780FBBAE8BB2}"/>
          </ac:spMkLst>
        </pc:spChg>
        <pc:spChg chg="add mod">
          <ac:chgData name="Kyler Howard" userId="91ab63ab47daf7fe" providerId="LiveId" clId="{6B3D1215-98EB-4C4E-87A4-DBD9FD49CA50}" dt="2025-04-14T16:54:39.935" v="176" actId="165"/>
          <ac:spMkLst>
            <pc:docMk/>
            <pc:sldMk cId="3510345024" sldId="257"/>
            <ac:spMk id="125" creationId="{3990B8EC-D9BC-4B34-B299-2DEDA935259D}"/>
          </ac:spMkLst>
        </pc:spChg>
        <pc:spChg chg="add mod">
          <ac:chgData name="Kyler Howard" userId="91ab63ab47daf7fe" providerId="LiveId" clId="{6B3D1215-98EB-4C4E-87A4-DBD9FD49CA50}" dt="2025-04-14T16:54:39.935" v="176" actId="165"/>
          <ac:spMkLst>
            <pc:docMk/>
            <pc:sldMk cId="3510345024" sldId="257"/>
            <ac:spMk id="126" creationId="{B610EFA6-0586-E509-B7E1-28FCD712CE1B}"/>
          </ac:spMkLst>
        </pc:spChg>
        <pc:spChg chg="add del">
          <ac:chgData name="Kyler Howard" userId="91ab63ab47daf7fe" providerId="LiveId" clId="{6B3D1215-98EB-4C4E-87A4-DBD9FD49CA50}" dt="2025-04-14T16:46:31.420" v="66" actId="478"/>
          <ac:spMkLst>
            <pc:docMk/>
            <pc:sldMk cId="3510345024" sldId="257"/>
            <ac:spMk id="127" creationId="{00000000-0000-0000-0000-000000000000}"/>
          </ac:spMkLst>
        </pc:spChg>
        <pc:spChg chg="mod">
          <ac:chgData name="Kyler Howard" userId="91ab63ab47daf7fe" providerId="LiveId" clId="{6B3D1215-98EB-4C4E-87A4-DBD9FD49CA50}" dt="2025-04-14T16:49:46.586" v="100" actId="164"/>
          <ac:spMkLst>
            <pc:docMk/>
            <pc:sldMk cId="3510345024" sldId="257"/>
            <ac:spMk id="128" creationId="{B5C0F725-7352-D5C7-21BF-2A57F33F79E6}"/>
          </ac:spMkLst>
        </pc:spChg>
        <pc:spChg chg="add mod">
          <ac:chgData name="Kyler Howard" userId="91ab63ab47daf7fe" providerId="LiveId" clId="{6B3D1215-98EB-4C4E-87A4-DBD9FD49CA50}" dt="2025-04-14T16:54:39.935" v="176" actId="165"/>
          <ac:spMkLst>
            <pc:docMk/>
            <pc:sldMk cId="3510345024" sldId="257"/>
            <ac:spMk id="129" creationId="{BB78708D-FD7B-DB9B-E5C1-42843120CAE9}"/>
          </ac:spMkLst>
        </pc:spChg>
        <pc:spChg chg="add del mod">
          <ac:chgData name="Kyler Howard" userId="91ab63ab47daf7fe" providerId="LiveId" clId="{6B3D1215-98EB-4C4E-87A4-DBD9FD49CA50}" dt="2025-04-14T16:46:31.420" v="66" actId="478"/>
          <ac:spMkLst>
            <pc:docMk/>
            <pc:sldMk cId="3510345024" sldId="257"/>
            <ac:spMk id="130" creationId="{00000000-0000-0000-0000-000000000000}"/>
          </ac:spMkLst>
        </pc:spChg>
        <pc:spChg chg="mod">
          <ac:chgData name="Kyler Howard" userId="91ab63ab47daf7fe" providerId="LiveId" clId="{6B3D1215-98EB-4C4E-87A4-DBD9FD49CA50}" dt="2025-04-14T16:48:41.898" v="89" actId="164"/>
          <ac:spMkLst>
            <pc:docMk/>
            <pc:sldMk cId="3510345024" sldId="257"/>
            <ac:spMk id="131" creationId="{32FD142A-873B-0BBA-941E-81A7A018A86A}"/>
          </ac:spMkLst>
        </pc:spChg>
        <pc:spChg chg="add del">
          <ac:chgData name="Kyler Howard" userId="91ab63ab47daf7fe" providerId="LiveId" clId="{6B3D1215-98EB-4C4E-87A4-DBD9FD49CA50}" dt="2025-04-14T16:46:31.420" v="66" actId="478"/>
          <ac:spMkLst>
            <pc:docMk/>
            <pc:sldMk cId="3510345024" sldId="257"/>
            <ac:spMk id="137" creationId="{00000000-0000-0000-0000-000000000000}"/>
          </ac:spMkLst>
        </pc:spChg>
        <pc:spChg chg="add del mod">
          <ac:chgData name="Kyler Howard" userId="91ab63ab47daf7fe" providerId="LiveId" clId="{6B3D1215-98EB-4C4E-87A4-DBD9FD49CA50}" dt="2025-04-14T16:51:10.848" v="120" actId="478"/>
          <ac:spMkLst>
            <pc:docMk/>
            <pc:sldMk cId="3510345024" sldId="257"/>
            <ac:spMk id="142" creationId="{8C048F7F-48EB-8C8A-AD65-2F32ABAD5681}"/>
          </ac:spMkLst>
        </pc:spChg>
        <pc:spChg chg="add mod">
          <ac:chgData name="Kyler Howard" userId="91ab63ab47daf7fe" providerId="LiveId" clId="{6B3D1215-98EB-4C4E-87A4-DBD9FD49CA50}" dt="2025-04-14T16:52:21.621" v="149" actId="165"/>
          <ac:spMkLst>
            <pc:docMk/>
            <pc:sldMk cId="3510345024" sldId="257"/>
            <ac:spMk id="143" creationId="{AFDCB40F-C415-3F04-398B-D5A934B6D9E7}"/>
          </ac:spMkLst>
        </pc:spChg>
        <pc:spChg chg="add mod">
          <ac:chgData name="Kyler Howard" userId="91ab63ab47daf7fe" providerId="LiveId" clId="{6B3D1215-98EB-4C4E-87A4-DBD9FD49CA50}" dt="2025-04-14T16:52:21.621" v="149" actId="165"/>
          <ac:spMkLst>
            <pc:docMk/>
            <pc:sldMk cId="3510345024" sldId="257"/>
            <ac:spMk id="144" creationId="{3A8DA890-8CA2-F507-71FD-51A39B1593A8}"/>
          </ac:spMkLst>
        </pc:spChg>
        <pc:spChg chg="add mod">
          <ac:chgData name="Kyler Howard" userId="91ab63ab47daf7fe" providerId="LiveId" clId="{6B3D1215-98EB-4C4E-87A4-DBD9FD49CA50}" dt="2025-04-14T16:52:21.621" v="149" actId="165"/>
          <ac:spMkLst>
            <pc:docMk/>
            <pc:sldMk cId="3510345024" sldId="257"/>
            <ac:spMk id="145" creationId="{C4CC88C2-CE0A-25A6-5317-82475948B1DD}"/>
          </ac:spMkLst>
        </pc:spChg>
        <pc:spChg chg="add del mod">
          <ac:chgData name="Kyler Howard" userId="91ab63ab47daf7fe" providerId="LiveId" clId="{6B3D1215-98EB-4C4E-87A4-DBD9FD49CA50}" dt="2025-04-14T16:51:09.932" v="119" actId="478"/>
          <ac:spMkLst>
            <pc:docMk/>
            <pc:sldMk cId="3510345024" sldId="257"/>
            <ac:spMk id="147" creationId="{B90A90D2-B667-393B-23C8-9448338C44C5}"/>
          </ac:spMkLst>
        </pc:spChg>
        <pc:spChg chg="add del mod">
          <ac:chgData name="Kyler Howard" userId="91ab63ab47daf7fe" providerId="LiveId" clId="{6B3D1215-98EB-4C4E-87A4-DBD9FD49CA50}" dt="2025-04-14T16:51:09.932" v="119" actId="478"/>
          <ac:spMkLst>
            <pc:docMk/>
            <pc:sldMk cId="3510345024" sldId="257"/>
            <ac:spMk id="148" creationId="{2ABDA609-B939-A347-F7CE-391165F6EFA3}"/>
          </ac:spMkLst>
        </pc:spChg>
        <pc:spChg chg="add mod">
          <ac:chgData name="Kyler Howard" userId="91ab63ab47daf7fe" providerId="LiveId" clId="{6B3D1215-98EB-4C4E-87A4-DBD9FD49CA50}" dt="2025-04-14T16:52:21.621" v="149" actId="165"/>
          <ac:spMkLst>
            <pc:docMk/>
            <pc:sldMk cId="3510345024" sldId="257"/>
            <ac:spMk id="150" creationId="{501EE99F-3081-F8F4-60BA-215D7E93E144}"/>
          </ac:spMkLst>
        </pc:spChg>
        <pc:spChg chg="add mod">
          <ac:chgData name="Kyler Howard" userId="91ab63ab47daf7fe" providerId="LiveId" clId="{6B3D1215-98EB-4C4E-87A4-DBD9FD49CA50}" dt="2025-04-14T16:52:21.621" v="149" actId="165"/>
          <ac:spMkLst>
            <pc:docMk/>
            <pc:sldMk cId="3510345024" sldId="257"/>
            <ac:spMk id="151" creationId="{EE328D02-F8E1-EE6E-6672-100D24146D88}"/>
          </ac:spMkLst>
        </pc:spChg>
        <pc:spChg chg="add mod">
          <ac:chgData name="Kyler Howard" userId="91ab63ab47daf7fe" providerId="LiveId" clId="{6B3D1215-98EB-4C4E-87A4-DBD9FD49CA50}" dt="2025-04-14T16:52:21.621" v="149" actId="165"/>
          <ac:spMkLst>
            <pc:docMk/>
            <pc:sldMk cId="3510345024" sldId="257"/>
            <ac:spMk id="152" creationId="{66EDE82F-F765-23F8-62A8-3CCBEE571EF7}"/>
          </ac:spMkLst>
        </pc:spChg>
        <pc:spChg chg="add mod">
          <ac:chgData name="Kyler Howard" userId="91ab63ab47daf7fe" providerId="LiveId" clId="{6B3D1215-98EB-4C4E-87A4-DBD9FD49CA50}" dt="2025-04-14T16:52:44.980" v="154" actId="164"/>
          <ac:spMkLst>
            <pc:docMk/>
            <pc:sldMk cId="3510345024" sldId="257"/>
            <ac:spMk id="157" creationId="{7CAD3E1D-F104-EEBF-187D-50B00CB40200}"/>
          </ac:spMkLst>
        </pc:spChg>
        <pc:spChg chg="add mod">
          <ac:chgData name="Kyler Howard" userId="91ab63ab47daf7fe" providerId="LiveId" clId="{6B3D1215-98EB-4C4E-87A4-DBD9FD49CA50}" dt="2025-04-14T16:52:14.930" v="148"/>
          <ac:spMkLst>
            <pc:docMk/>
            <pc:sldMk cId="3510345024" sldId="257"/>
            <ac:spMk id="158" creationId="{ED70144A-BFA9-8252-724B-0E60E047BC9A}"/>
          </ac:spMkLst>
        </pc:spChg>
        <pc:spChg chg="mod">
          <ac:chgData name="Kyler Howard" userId="91ab63ab47daf7fe" providerId="LiveId" clId="{6B3D1215-98EB-4C4E-87A4-DBD9FD49CA50}" dt="2025-04-14T16:52:29.907" v="151"/>
          <ac:spMkLst>
            <pc:docMk/>
            <pc:sldMk cId="3510345024" sldId="257"/>
            <ac:spMk id="160" creationId="{7F8E7E6A-46B5-89CC-F962-348FE3CD2827}"/>
          </ac:spMkLst>
        </pc:spChg>
        <pc:spChg chg="mod">
          <ac:chgData name="Kyler Howard" userId="91ab63ab47daf7fe" providerId="LiveId" clId="{6B3D1215-98EB-4C4E-87A4-DBD9FD49CA50}" dt="2025-04-14T16:52:29.907" v="151"/>
          <ac:spMkLst>
            <pc:docMk/>
            <pc:sldMk cId="3510345024" sldId="257"/>
            <ac:spMk id="161" creationId="{177FB114-081F-E047-1CD9-6386361822D9}"/>
          </ac:spMkLst>
        </pc:spChg>
        <pc:spChg chg="mod">
          <ac:chgData name="Kyler Howard" userId="91ab63ab47daf7fe" providerId="LiveId" clId="{6B3D1215-98EB-4C4E-87A4-DBD9FD49CA50}" dt="2025-04-14T16:52:29.907" v="151"/>
          <ac:spMkLst>
            <pc:docMk/>
            <pc:sldMk cId="3510345024" sldId="257"/>
            <ac:spMk id="162" creationId="{D939814F-8CAA-4F89-0158-B412D010DE97}"/>
          </ac:spMkLst>
        </pc:spChg>
        <pc:grpChg chg="mod">
          <ac:chgData name="Kyler Howard" userId="91ab63ab47daf7fe" providerId="LiveId" clId="{6B3D1215-98EB-4C4E-87A4-DBD9FD49CA50}" dt="2025-04-14T16:55:10.655" v="182" actId="14100"/>
          <ac:grpSpMkLst>
            <pc:docMk/>
            <pc:sldMk cId="3510345024" sldId="257"/>
            <ac:grpSpMk id="16" creationId="{C6B3E84E-57BF-70CF-67EF-531C18AE9E1E}"/>
          </ac:grpSpMkLst>
        </pc:grpChg>
        <pc:grpChg chg="del">
          <ac:chgData name="Kyler Howard" userId="91ab63ab47daf7fe" providerId="LiveId" clId="{6B3D1215-98EB-4C4E-87A4-DBD9FD49CA50}" dt="2025-04-14T16:42:58.894" v="27" actId="478"/>
          <ac:grpSpMkLst>
            <pc:docMk/>
            <pc:sldMk cId="3510345024" sldId="257"/>
            <ac:grpSpMk id="39" creationId="{00000000-0000-0000-0000-000000000000}"/>
          </ac:grpSpMkLst>
        </pc:grpChg>
        <pc:grpChg chg="add del mod topLvl">
          <ac:chgData name="Kyler Howard" userId="91ab63ab47daf7fe" providerId="LiveId" clId="{6B3D1215-98EB-4C4E-87A4-DBD9FD49CA50}" dt="2025-04-14T16:52:27.533" v="150" actId="165"/>
          <ac:grpSpMkLst>
            <pc:docMk/>
            <pc:sldMk cId="3510345024" sldId="257"/>
            <ac:grpSpMk id="110" creationId="{C78239A8-ABFA-17BD-EE38-68318F858F94}"/>
          </ac:grpSpMkLst>
        </pc:grpChg>
        <pc:grpChg chg="add del mod topLvl">
          <ac:chgData name="Kyler Howard" userId="91ab63ab47daf7fe" providerId="LiveId" clId="{6B3D1215-98EB-4C4E-87A4-DBD9FD49CA50}" dt="2025-04-14T16:51:53.576" v="133" actId="165"/>
          <ac:grpSpMkLst>
            <pc:docMk/>
            <pc:sldMk cId="3510345024" sldId="257"/>
            <ac:grpSpMk id="111" creationId="{CDCDD91A-1C3E-FCE7-A7DA-88AB3DA7349E}"/>
          </ac:grpSpMkLst>
        </pc:grpChg>
        <pc:grpChg chg="add del mod">
          <ac:chgData name="Kyler Howard" userId="91ab63ab47daf7fe" providerId="LiveId" clId="{6B3D1215-98EB-4C4E-87A4-DBD9FD49CA50}" dt="2025-04-14T16:47:33.541" v="77" actId="165"/>
          <ac:grpSpMkLst>
            <pc:docMk/>
            <pc:sldMk cId="3510345024" sldId="257"/>
            <ac:grpSpMk id="112" creationId="{D6790A93-1E1B-0975-242D-47FDCBED6707}"/>
          </ac:grpSpMkLst>
        </pc:grpChg>
        <pc:grpChg chg="add del mod">
          <ac:chgData name="Kyler Howard" userId="91ab63ab47daf7fe" providerId="LiveId" clId="{6B3D1215-98EB-4C4E-87A4-DBD9FD49CA50}" dt="2025-04-14T16:47:39.117" v="78" actId="165"/>
          <ac:grpSpMkLst>
            <pc:docMk/>
            <pc:sldMk cId="3510345024" sldId="257"/>
            <ac:grpSpMk id="113" creationId="{62067903-FC6C-7F6B-E639-DAAF4F1E68D9}"/>
          </ac:grpSpMkLst>
        </pc:grpChg>
        <pc:grpChg chg="add del mod">
          <ac:chgData name="Kyler Howard" userId="91ab63ab47daf7fe" providerId="LiveId" clId="{6B3D1215-98EB-4C4E-87A4-DBD9FD49CA50}" dt="2025-04-14T16:46:22.036" v="65" actId="165"/>
          <ac:grpSpMkLst>
            <pc:docMk/>
            <pc:sldMk cId="3510345024" sldId="257"/>
            <ac:grpSpMk id="114" creationId="{74D3E587-0BD1-B356-79A7-4CCD932F47DA}"/>
          </ac:grpSpMkLst>
        </pc:grpChg>
        <pc:grpChg chg="add mod">
          <ac:chgData name="Kyler Howard" userId="91ab63ab47daf7fe" providerId="LiveId" clId="{6B3D1215-98EB-4C4E-87A4-DBD9FD49CA50}" dt="2025-04-14T16:53:45.387" v="165" actId="164"/>
          <ac:grpSpMkLst>
            <pc:docMk/>
            <pc:sldMk cId="3510345024" sldId="257"/>
            <ac:grpSpMk id="134" creationId="{BFDFD7F0-4A37-F102-1CA4-C85F04D1AFC3}"/>
          </ac:grpSpMkLst>
        </pc:grpChg>
        <pc:grpChg chg="add del mod">
          <ac:chgData name="Kyler Howard" userId="91ab63ab47daf7fe" providerId="LiveId" clId="{6B3D1215-98EB-4C4E-87A4-DBD9FD49CA50}" dt="2025-04-14T16:53:22.957" v="160" actId="165"/>
          <ac:grpSpMkLst>
            <pc:docMk/>
            <pc:sldMk cId="3510345024" sldId="257"/>
            <ac:grpSpMk id="135" creationId="{C5BECD7B-2B30-6ACC-1813-BE6A021C298F}"/>
          </ac:grpSpMkLst>
        </pc:grpChg>
        <pc:grpChg chg="add mod">
          <ac:chgData name="Kyler Howard" userId="91ab63ab47daf7fe" providerId="LiveId" clId="{6B3D1215-98EB-4C4E-87A4-DBD9FD49CA50}" dt="2025-04-14T16:49:59.060" v="103" actId="164"/>
          <ac:grpSpMkLst>
            <pc:docMk/>
            <pc:sldMk cId="3510345024" sldId="257"/>
            <ac:grpSpMk id="136" creationId="{40D43148-3271-DA94-99A9-EF5C82A0B83D}"/>
          </ac:grpSpMkLst>
        </pc:grpChg>
        <pc:grpChg chg="add mod">
          <ac:chgData name="Kyler Howard" userId="91ab63ab47daf7fe" providerId="LiveId" clId="{6B3D1215-98EB-4C4E-87A4-DBD9FD49CA50}" dt="2025-04-14T16:49:59.060" v="103" actId="164"/>
          <ac:grpSpMkLst>
            <pc:docMk/>
            <pc:sldMk cId="3510345024" sldId="257"/>
            <ac:grpSpMk id="138" creationId="{9C29A6A4-0304-3239-A75B-BA22C1FC50F5}"/>
          </ac:grpSpMkLst>
        </pc:grpChg>
        <pc:grpChg chg="add mod">
          <ac:chgData name="Kyler Howard" userId="91ab63ab47daf7fe" providerId="LiveId" clId="{6B3D1215-98EB-4C4E-87A4-DBD9FD49CA50}" dt="2025-04-14T16:49:59.060" v="103" actId="164"/>
          <ac:grpSpMkLst>
            <pc:docMk/>
            <pc:sldMk cId="3510345024" sldId="257"/>
            <ac:grpSpMk id="139" creationId="{181677D3-BF3A-A988-1035-2208220DF4FE}"/>
          </ac:grpSpMkLst>
        </pc:grpChg>
        <pc:grpChg chg="add mod">
          <ac:chgData name="Kyler Howard" userId="91ab63ab47daf7fe" providerId="LiveId" clId="{6B3D1215-98EB-4C4E-87A4-DBD9FD49CA50}" dt="2025-04-14T16:54:26.339" v="174" actId="554"/>
          <ac:grpSpMkLst>
            <pc:docMk/>
            <pc:sldMk cId="3510345024" sldId="257"/>
            <ac:grpSpMk id="140" creationId="{F34EC1DC-0BD3-1B3F-291E-07AFC5730C64}"/>
          </ac:grpSpMkLst>
        </pc:grpChg>
        <pc:grpChg chg="add mod">
          <ac:chgData name="Kyler Howard" userId="91ab63ab47daf7fe" providerId="LiveId" clId="{6B3D1215-98EB-4C4E-87A4-DBD9FD49CA50}" dt="2025-04-14T16:50:08.125" v="105" actId="1076"/>
          <ac:grpSpMkLst>
            <pc:docMk/>
            <pc:sldMk cId="3510345024" sldId="257"/>
            <ac:grpSpMk id="141" creationId="{679D6EF9-5E9D-5074-1ABB-0458B5D18ACF}"/>
          </ac:grpSpMkLst>
        </pc:grpChg>
        <pc:grpChg chg="add mod">
          <ac:chgData name="Kyler Howard" userId="91ab63ab47daf7fe" providerId="LiveId" clId="{6B3D1215-98EB-4C4E-87A4-DBD9FD49CA50}" dt="2025-04-14T16:52:52.723" v="155" actId="164"/>
          <ac:grpSpMkLst>
            <pc:docMk/>
            <pc:sldMk cId="3510345024" sldId="257"/>
            <ac:grpSpMk id="154" creationId="{A46D91DE-AA75-2785-83A5-18CC01B09FB4}"/>
          </ac:grpSpMkLst>
        </pc:grpChg>
        <pc:grpChg chg="add mod">
          <ac:chgData name="Kyler Howard" userId="91ab63ab47daf7fe" providerId="LiveId" clId="{6B3D1215-98EB-4C4E-87A4-DBD9FD49CA50}" dt="2025-04-14T16:52:52.723" v="155" actId="164"/>
          <ac:grpSpMkLst>
            <pc:docMk/>
            <pc:sldMk cId="3510345024" sldId="257"/>
            <ac:grpSpMk id="155" creationId="{E015525C-8E7E-94C4-0168-488FE48653F1}"/>
          </ac:grpSpMkLst>
        </pc:grpChg>
        <pc:grpChg chg="add mod">
          <ac:chgData name="Kyler Howard" userId="91ab63ab47daf7fe" providerId="LiveId" clId="{6B3D1215-98EB-4C4E-87A4-DBD9FD49CA50}" dt="2025-04-14T16:51:37.172" v="126" actId="164"/>
          <ac:grpSpMkLst>
            <pc:docMk/>
            <pc:sldMk cId="3510345024" sldId="257"/>
            <ac:grpSpMk id="156" creationId="{2EC77677-8B25-B069-3A66-98961D2272DA}"/>
          </ac:grpSpMkLst>
        </pc:grpChg>
        <pc:grpChg chg="add mod">
          <ac:chgData name="Kyler Howard" userId="91ab63ab47daf7fe" providerId="LiveId" clId="{6B3D1215-98EB-4C4E-87A4-DBD9FD49CA50}" dt="2025-04-14T16:52:44.980" v="154" actId="164"/>
          <ac:grpSpMkLst>
            <pc:docMk/>
            <pc:sldMk cId="3510345024" sldId="257"/>
            <ac:grpSpMk id="159" creationId="{74628108-9B6F-2C33-710A-EE58BB61BBC0}"/>
          </ac:grpSpMkLst>
        </pc:grpChg>
        <pc:grpChg chg="add mod">
          <ac:chgData name="Kyler Howard" userId="91ab63ab47daf7fe" providerId="LiveId" clId="{6B3D1215-98EB-4C4E-87A4-DBD9FD49CA50}" dt="2025-04-14T16:54:26.339" v="174" actId="554"/>
          <ac:grpSpMkLst>
            <pc:docMk/>
            <pc:sldMk cId="3510345024" sldId="257"/>
            <ac:grpSpMk id="164" creationId="{33CE2DE5-DEB3-4D14-B820-48CE7BBD0749}"/>
          </ac:grpSpMkLst>
        </pc:grpChg>
        <pc:grpChg chg="add mod">
          <ac:chgData name="Kyler Howard" userId="91ab63ab47daf7fe" providerId="LiveId" clId="{6B3D1215-98EB-4C4E-87A4-DBD9FD49CA50}" dt="2025-04-14T16:54:26.339" v="174" actId="554"/>
          <ac:grpSpMkLst>
            <pc:docMk/>
            <pc:sldMk cId="3510345024" sldId="257"/>
            <ac:grpSpMk id="165" creationId="{B56C4E19-7A16-320D-18D6-1076755BE16F}"/>
          </ac:grpSpMkLst>
        </pc:grpChg>
        <pc:grpChg chg="add mod">
          <ac:chgData name="Kyler Howard" userId="91ab63ab47daf7fe" providerId="LiveId" clId="{6B3D1215-98EB-4C4E-87A4-DBD9FD49CA50}" dt="2025-04-14T16:53:36.412" v="163" actId="164"/>
          <ac:grpSpMkLst>
            <pc:docMk/>
            <pc:sldMk cId="3510345024" sldId="257"/>
            <ac:grpSpMk id="166" creationId="{44F933BA-89EB-F161-8671-A0A7868EB538}"/>
          </ac:grpSpMkLst>
        </pc:grpChg>
        <pc:grpChg chg="add mod">
          <ac:chgData name="Kyler Howard" userId="91ab63ab47daf7fe" providerId="LiveId" clId="{6B3D1215-98EB-4C4E-87A4-DBD9FD49CA50}" dt="2025-04-14T16:53:45.387" v="165" actId="164"/>
          <ac:grpSpMkLst>
            <pc:docMk/>
            <pc:sldMk cId="3510345024" sldId="257"/>
            <ac:grpSpMk id="167" creationId="{0A2CEB15-072F-C319-96B8-C77CDB22B139}"/>
          </ac:grpSpMkLst>
        </pc:grpChg>
        <pc:grpChg chg="add mod">
          <ac:chgData name="Kyler Howard" userId="91ab63ab47daf7fe" providerId="LiveId" clId="{6B3D1215-98EB-4C4E-87A4-DBD9FD49CA50}" dt="2025-04-14T16:54:26.339" v="174" actId="554"/>
          <ac:grpSpMkLst>
            <pc:docMk/>
            <pc:sldMk cId="3510345024" sldId="257"/>
            <ac:grpSpMk id="168" creationId="{E778843E-24EC-3DEC-971A-330842254F14}"/>
          </ac:grpSpMkLst>
        </pc:grpChg>
        <pc:picChg chg="del">
          <ac:chgData name="Kyler Howard" userId="91ab63ab47daf7fe" providerId="LiveId" clId="{6B3D1215-98EB-4C4E-87A4-DBD9FD49CA50}" dt="2025-04-14T16:43:05.484" v="31" actId="478"/>
          <ac:picMkLst>
            <pc:docMk/>
            <pc:sldMk cId="3510345024" sldId="257"/>
            <ac:picMk id="5" creationId="{C78A334A-DFBE-1738-01F2-9B3A80F4B04B}"/>
          </ac:picMkLst>
        </pc:picChg>
        <pc:picChg chg="mod">
          <ac:chgData name="Kyler Howard" userId="91ab63ab47daf7fe" providerId="LiveId" clId="{6B3D1215-98EB-4C4E-87A4-DBD9FD49CA50}" dt="2025-04-14T16:55:20.435" v="184" actId="1076"/>
          <ac:picMkLst>
            <pc:docMk/>
            <pc:sldMk cId="3510345024" sldId="257"/>
            <ac:picMk id="8" creationId="{00000000-0000-0000-0000-000000000000}"/>
          </ac:picMkLst>
        </pc:picChg>
        <pc:picChg chg="del">
          <ac:chgData name="Kyler Howard" userId="91ab63ab47daf7fe" providerId="LiveId" clId="{6B3D1215-98EB-4C4E-87A4-DBD9FD49CA50}" dt="2025-04-14T16:43:05.484" v="31" actId="478"/>
          <ac:picMkLst>
            <pc:docMk/>
            <pc:sldMk cId="3510345024" sldId="257"/>
            <ac:picMk id="17" creationId="{5BE28FB9-86FB-CCE1-9088-EBE5FE4AFB19}"/>
          </ac:picMkLst>
        </pc:picChg>
        <pc:picChg chg="add mod topLvl">
          <ac:chgData name="Kyler Howard" userId="91ab63ab47daf7fe" providerId="LiveId" clId="{6B3D1215-98EB-4C4E-87A4-DBD9FD49CA50}" dt="2025-04-14T16:53:27.268" v="161" actId="164"/>
          <ac:picMkLst>
            <pc:docMk/>
            <pc:sldMk cId="3510345024" sldId="257"/>
            <ac:picMk id="99" creationId="{E6A1EB81-B35B-16E2-E7DE-72AC6DA85ADE}"/>
          </ac:picMkLst>
        </pc:picChg>
        <pc:picChg chg="del">
          <ac:chgData name="Kyler Howard" userId="91ab63ab47daf7fe" providerId="LiveId" clId="{6B3D1215-98EB-4C4E-87A4-DBD9FD49CA50}" dt="2025-04-14T16:44:25.213" v="50" actId="478"/>
          <ac:picMkLst>
            <pc:docMk/>
            <pc:sldMk cId="3510345024" sldId="257"/>
            <ac:picMk id="100" creationId="{1449B6E0-E5D9-A267-C6A0-5BD6D6049517}"/>
          </ac:picMkLst>
        </pc:picChg>
        <pc:picChg chg="add mod topLvl">
          <ac:chgData name="Kyler Howard" userId="91ab63ab47daf7fe" providerId="LiveId" clId="{6B3D1215-98EB-4C4E-87A4-DBD9FD49CA50}" dt="2025-04-14T16:53:27.268" v="161" actId="164"/>
          <ac:picMkLst>
            <pc:docMk/>
            <pc:sldMk cId="3510345024" sldId="257"/>
            <ac:picMk id="102" creationId="{37DA6363-18F0-F885-5C37-DA0F6DBFAA6A}"/>
          </ac:picMkLst>
        </pc:picChg>
        <pc:picChg chg="add mod">
          <ac:chgData name="Kyler Howard" userId="91ab63ab47daf7fe" providerId="LiveId" clId="{6B3D1215-98EB-4C4E-87A4-DBD9FD49CA50}" dt="2025-04-14T16:43:51.317" v="44"/>
          <ac:picMkLst>
            <pc:docMk/>
            <pc:sldMk cId="3510345024" sldId="257"/>
            <ac:picMk id="106" creationId="{DFD8C79A-6EFB-DE0D-0148-0507376E760D}"/>
          </ac:picMkLst>
        </pc:picChg>
        <pc:picChg chg="add mod">
          <ac:chgData name="Kyler Howard" userId="91ab63ab47daf7fe" providerId="LiveId" clId="{6B3D1215-98EB-4C4E-87A4-DBD9FD49CA50}" dt="2025-04-14T16:43:51.317" v="44"/>
          <ac:picMkLst>
            <pc:docMk/>
            <pc:sldMk cId="3510345024" sldId="257"/>
            <ac:picMk id="108" creationId="{0BF5B250-98EC-2E1D-52D2-3D3909406939}"/>
          </ac:picMkLst>
        </pc:picChg>
        <pc:picChg chg="del">
          <ac:chgData name="Kyler Howard" userId="91ab63ab47daf7fe" providerId="LiveId" clId="{6B3D1215-98EB-4C4E-87A4-DBD9FD49CA50}" dt="2025-04-14T16:42:59.645" v="28" actId="478"/>
          <ac:picMkLst>
            <pc:docMk/>
            <pc:sldMk cId="3510345024" sldId="257"/>
            <ac:picMk id="119" creationId="{2259C203-913F-1D22-51E0-FE53BEE49754}"/>
          </ac:picMkLst>
        </pc:picChg>
        <pc:picChg chg="mod">
          <ac:chgData name="Kyler Howard" userId="91ab63ab47daf7fe" providerId="LiveId" clId="{6B3D1215-98EB-4C4E-87A4-DBD9FD49CA50}" dt="2025-04-14T16:48:41.898" v="89" actId="164"/>
          <ac:picMkLst>
            <pc:docMk/>
            <pc:sldMk cId="3510345024" sldId="257"/>
            <ac:picMk id="132" creationId="{BE80F1FD-938D-BDFB-B444-9CE9D271F4A7}"/>
          </ac:picMkLst>
        </pc:picChg>
        <pc:picChg chg="mod">
          <ac:chgData name="Kyler Howard" userId="91ab63ab47daf7fe" providerId="LiveId" clId="{6B3D1215-98EB-4C4E-87A4-DBD9FD49CA50}" dt="2025-04-14T16:48:41.898" v="89" actId="164"/>
          <ac:picMkLst>
            <pc:docMk/>
            <pc:sldMk cId="3510345024" sldId="257"/>
            <ac:picMk id="133" creationId="{0BA2EE98-5149-C482-126E-B853DB007C78}"/>
          </ac:picMkLst>
        </pc:picChg>
        <pc:picChg chg="add mod">
          <ac:chgData name="Kyler Howard" userId="91ab63ab47daf7fe" providerId="LiveId" clId="{6B3D1215-98EB-4C4E-87A4-DBD9FD49CA50}" dt="2025-04-14T16:51:27.766" v="124" actId="164"/>
          <ac:picMkLst>
            <pc:docMk/>
            <pc:sldMk cId="3510345024" sldId="257"/>
            <ac:picMk id="146" creationId="{1E930C87-082D-3B5B-5A3B-9FEA3A661216}"/>
          </ac:picMkLst>
        </pc:picChg>
        <pc:picChg chg="add del mod">
          <ac:chgData name="Kyler Howard" userId="91ab63ab47daf7fe" providerId="LiveId" clId="{6B3D1215-98EB-4C4E-87A4-DBD9FD49CA50}" dt="2025-04-14T16:51:09.932" v="119" actId="478"/>
          <ac:picMkLst>
            <pc:docMk/>
            <pc:sldMk cId="3510345024" sldId="257"/>
            <ac:picMk id="149" creationId="{562B9AF8-F67A-ADF2-431E-BAEBEA70B3DD}"/>
          </ac:picMkLst>
        </pc:picChg>
        <pc:picChg chg="add mod">
          <ac:chgData name="Kyler Howard" userId="91ab63ab47daf7fe" providerId="LiveId" clId="{6B3D1215-98EB-4C4E-87A4-DBD9FD49CA50}" dt="2025-04-14T16:51:22.551" v="123" actId="164"/>
          <ac:picMkLst>
            <pc:docMk/>
            <pc:sldMk cId="3510345024" sldId="257"/>
            <ac:picMk id="153" creationId="{BC1645E0-24FA-9A2F-9E7E-BBCC95CA08CB}"/>
          </ac:picMkLst>
        </pc:picChg>
        <pc:picChg chg="mod">
          <ac:chgData name="Kyler Howard" userId="91ab63ab47daf7fe" providerId="LiveId" clId="{6B3D1215-98EB-4C4E-87A4-DBD9FD49CA50}" dt="2025-04-14T16:52:29.907" v="151"/>
          <ac:picMkLst>
            <pc:docMk/>
            <pc:sldMk cId="3510345024" sldId="257"/>
            <ac:picMk id="163" creationId="{D235372B-5F4E-57A3-5EB7-9FD9631F1C0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4A75E-77F2-4328-B644-EA3A3DD5FD8E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C87D3-03DF-4BBE-9293-BEE34AE50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78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7C87D3-03DF-4BBE-9293-BEE34AE504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60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0" y="4713925"/>
            <a:ext cx="38404800" cy="10027920"/>
          </a:xfrm>
        </p:spPr>
        <p:txBody>
          <a:bodyPr anchor="b"/>
          <a:lstStyle>
            <a:lvl1pPr algn="ctr"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15128560"/>
            <a:ext cx="38404800" cy="6954200"/>
          </a:xfrm>
        </p:spPr>
        <p:txBody>
          <a:bodyPr/>
          <a:lstStyle>
            <a:lvl1pPr marL="0" indent="0" algn="ctr">
              <a:buNone/>
              <a:defRPr sz="10080"/>
            </a:lvl1pPr>
            <a:lvl2pPr marL="1920240" indent="0" algn="ctr">
              <a:buNone/>
              <a:defRPr sz="8400"/>
            </a:lvl2pPr>
            <a:lvl3pPr marL="3840480" indent="0" algn="ctr">
              <a:buNone/>
              <a:defRPr sz="7560"/>
            </a:lvl3pPr>
            <a:lvl4pPr marL="5760720" indent="0" algn="ctr">
              <a:buNone/>
              <a:defRPr sz="6720"/>
            </a:lvl4pPr>
            <a:lvl5pPr marL="7680960" indent="0" algn="ctr">
              <a:buNone/>
              <a:defRPr sz="6720"/>
            </a:lvl5pPr>
            <a:lvl6pPr marL="9601200" indent="0" algn="ctr">
              <a:buNone/>
              <a:defRPr sz="6720"/>
            </a:lvl6pPr>
            <a:lvl7pPr marL="11521440" indent="0" algn="ctr">
              <a:buNone/>
              <a:defRPr sz="6720"/>
            </a:lvl7pPr>
            <a:lvl8pPr marL="13441680" indent="0" algn="ctr">
              <a:buNone/>
              <a:defRPr sz="6720"/>
            </a:lvl8pPr>
            <a:lvl9pPr marL="15361920" indent="0" algn="ctr">
              <a:buNone/>
              <a:defRPr sz="6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5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77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0" y="7180902"/>
            <a:ext cx="44165520" cy="11981495"/>
          </a:xfrm>
        </p:spPr>
        <p:txBody>
          <a:bodyPr anchor="b"/>
          <a:lstStyle>
            <a:lvl1pPr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0" y="19275747"/>
            <a:ext cx="44165520" cy="6300785"/>
          </a:xfrm>
        </p:spPr>
        <p:txBody>
          <a:bodyPr/>
          <a:lstStyle>
            <a:lvl1pPr marL="0" indent="0">
              <a:buNone/>
              <a:defRPr sz="10080">
                <a:solidFill>
                  <a:schemeClr val="tx1">
                    <a:tint val="75000"/>
                  </a:schemeClr>
                </a:solidFill>
              </a:defRPr>
            </a:lvl1pPr>
            <a:lvl2pPr marL="1920240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2pPr>
            <a:lvl3pPr marL="3840480" indent="0">
              <a:buNone/>
              <a:defRPr sz="7560">
                <a:solidFill>
                  <a:schemeClr val="tx1">
                    <a:tint val="75000"/>
                  </a:schemeClr>
                </a:solidFill>
              </a:defRPr>
            </a:lvl3pPr>
            <a:lvl4pPr marL="57607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76809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96012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15214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3441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34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7667625"/>
            <a:ext cx="21762720" cy="182756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7667625"/>
            <a:ext cx="21762720" cy="182756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4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1533527"/>
            <a:ext cx="44165520" cy="5567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7060885"/>
            <a:ext cx="21662705" cy="3460430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0521315"/>
            <a:ext cx="21662705" cy="15475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7060885"/>
            <a:ext cx="21769390" cy="3460430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0521315"/>
            <a:ext cx="21769390" cy="15475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05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1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08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920240"/>
            <a:ext cx="16515395" cy="672084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4147187"/>
            <a:ext cx="25923240" cy="20469225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8641080"/>
            <a:ext cx="16515395" cy="16008670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1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2" y="1920240"/>
            <a:ext cx="16515395" cy="672084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4147187"/>
            <a:ext cx="25923240" cy="20469225"/>
          </a:xfrm>
        </p:spPr>
        <p:txBody>
          <a:bodyPr anchor="t"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2" y="8641080"/>
            <a:ext cx="16515395" cy="16008670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4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533525"/>
            <a:ext cx="11041380" cy="244097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0" y="1533525"/>
            <a:ext cx="32484060" cy="24409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72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1533527"/>
            <a:ext cx="44165520" cy="5567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7667625"/>
            <a:ext cx="44165520" cy="18275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26696672"/>
            <a:ext cx="11521440" cy="15335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26696672"/>
            <a:ext cx="17282160" cy="15335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26696672"/>
            <a:ext cx="11521440" cy="15335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sz="18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6000">
              <a:srgbClr val="364D26"/>
            </a:gs>
            <a:gs pos="82000">
              <a:schemeClr val="accent6">
                <a:lumMod val="75000"/>
              </a:schemeClr>
            </a:gs>
            <a:gs pos="100000">
              <a:schemeClr val="bg2">
                <a:lumMod val="10000"/>
              </a:schemeClr>
            </a:gs>
            <a:gs pos="6000">
              <a:schemeClr val="bg2"/>
            </a:gs>
            <a:gs pos="33000">
              <a:srgbClr val="989BA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0242"/>
            <a:ext cx="51206400" cy="5136157"/>
          </a:xfrm>
          <a:prstGeom prst="rect">
            <a:avLst/>
          </a:prstGeom>
          <a:blipFill dpi="0" rotWithShape="1">
            <a:blip r:embed="rId3"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44985" b="-205253"/>
            </a:stretch>
          </a:blipFill>
          <a:ln>
            <a:noFill/>
          </a:ln>
          <a:effectLst>
            <a:reflection stA="38000" endPos="1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1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48300" y="2592050"/>
            <a:ext cx="39876173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Authors</a:t>
            </a:r>
            <a:r>
              <a:rPr lang="en-US" sz="6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Jennifer L. Mueller</a:t>
            </a:r>
            <a:r>
              <a:rPr lang="en-US" sz="6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</a:p>
          <a:p>
            <a:pPr algn="ctr"/>
            <a:r>
              <a:rPr lang="en-US" sz="48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School of Biomed. Engr., Colorado State University, </a:t>
            </a:r>
            <a:r>
              <a:rPr lang="en-US" sz="48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Dept. of Math. and School of Biomed. Engr., Colorado State University,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448300" y="856529"/>
            <a:ext cx="39876173" cy="114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8016" tIns="64008" rIns="128016" bIns="64008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146312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6600" b="1" dirty="0">
                <a:latin typeface="Aharoni" panose="02010803020104030203" pitchFamily="2" charset="-79"/>
                <a:cs typeface="Aharoni" panose="02010803020104030203" pitchFamily="2" charset="-79"/>
              </a:rPr>
              <a:t>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B3E84E-57BF-70CF-67EF-531C18AE9E1E}"/>
              </a:ext>
            </a:extLst>
          </p:cNvPr>
          <p:cNvGrpSpPr/>
          <p:nvPr/>
        </p:nvGrpSpPr>
        <p:grpSpPr>
          <a:xfrm>
            <a:off x="0" y="226413"/>
            <a:ext cx="50916128" cy="2406100"/>
            <a:chOff x="228140" y="3361183"/>
            <a:chExt cx="43269624" cy="274982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99176" y="3403145"/>
              <a:ext cx="4998588" cy="2560320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93C09D-6F73-27A2-3C2B-76C4BB4B0084}"/>
                </a:ext>
              </a:extLst>
            </p:cNvPr>
            <p:cNvGrpSpPr/>
            <p:nvPr/>
          </p:nvGrpSpPr>
          <p:grpSpPr>
            <a:xfrm>
              <a:off x="228140" y="3361183"/>
              <a:ext cx="5616413" cy="2749829"/>
              <a:chOff x="228140" y="3361183"/>
              <a:chExt cx="5616413" cy="2749829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1874529" y="4901786"/>
                <a:ext cx="3970024" cy="8934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40" dirty="0">
                    <a:solidFill>
                      <a:srgbClr val="0062AB"/>
                    </a:solidFill>
                  </a:rPr>
                  <a:t>Children’s Hospital Colorado</a:t>
                </a:r>
              </a:p>
              <a:p>
                <a:r>
                  <a:rPr lang="en-US" sz="2240" dirty="0">
                    <a:solidFill>
                      <a:srgbClr val="0062AB"/>
                    </a:solidFill>
                  </a:rPr>
                  <a:t>Breathing Institute</a:t>
                </a:r>
              </a:p>
            </p:txBody>
          </p:sp>
          <p:pic>
            <p:nvPicPr>
              <p:cNvPr id="1029" name="Picture 5" descr="Image result for children's hospital colorado logo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83796" l="39899" r="100000">
                            <a14:foregroundMark x1="81818" y1="30556" x2="81818" y2="30556"/>
                            <a14:foregroundMark x1="69697" y1="10648" x2="69697" y2="10648"/>
                            <a14:foregroundMark x1="53030" y1="8333" x2="53030" y2="8333"/>
                            <a14:foregroundMark x1="51010" y1="22222" x2="51010" y2="22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323" b="18935"/>
              <a:stretch/>
            </p:blipFill>
            <p:spPr bwMode="auto">
              <a:xfrm>
                <a:off x="228140" y="3361183"/>
                <a:ext cx="1981819" cy="2749829"/>
              </a:xfrm>
              <a:prstGeom prst="trapezoid">
                <a:avLst>
                  <a:gd name="adj" fmla="val 0"/>
                </a:avLst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FDFD7F0-4A37-F102-1CA4-C85F04D1AFC3}"/>
              </a:ext>
            </a:extLst>
          </p:cNvPr>
          <p:cNvGrpSpPr/>
          <p:nvPr/>
        </p:nvGrpSpPr>
        <p:grpSpPr>
          <a:xfrm>
            <a:off x="523486" y="5569902"/>
            <a:ext cx="11521219" cy="7259016"/>
            <a:chOff x="839813" y="5666803"/>
            <a:chExt cx="11521219" cy="7259016"/>
          </a:xfrm>
        </p:grpSpPr>
        <p:sp>
          <p:nvSpPr>
            <p:cNvPr id="20" name="Rounded Rectangle 19"/>
            <p:cNvSpPr/>
            <p:nvPr/>
          </p:nvSpPr>
          <p:spPr>
            <a:xfrm>
              <a:off x="839813" y="6090617"/>
              <a:ext cx="11521219" cy="6835202"/>
            </a:xfrm>
            <a:prstGeom prst="roundRect">
              <a:avLst>
                <a:gd name="adj" fmla="val 7604"/>
              </a:avLst>
            </a:pr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63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086228" y="5666803"/>
              <a:ext cx="5028388" cy="768096"/>
            </a:xfrm>
            <a:prstGeom prst="roundRect">
              <a:avLst/>
            </a:prstGeom>
            <a:solidFill>
              <a:srgbClr val="4B7833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Section Header</a:t>
              </a:r>
              <a:endParaRPr lang="en-US" sz="448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11364" y="6617082"/>
              <a:ext cx="10778116" cy="50783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48670" indent="-548670" algn="just">
                <a:buFont typeface="Arial" panose="020B0604020202020204" pitchFamily="34" charset="0"/>
                <a:buChar char="•"/>
              </a:pPr>
              <a:r>
                <a:rPr lang="en-US" sz="3600" dirty="0"/>
                <a:t>Lorem ipsum dolor sit </a:t>
              </a:r>
              <a:r>
                <a:rPr lang="en-US" sz="3600" dirty="0" err="1"/>
                <a:t>amet</a:t>
              </a:r>
              <a:r>
                <a:rPr lang="en-US" sz="3600" dirty="0"/>
                <a:t>, </a:t>
              </a:r>
              <a:r>
                <a:rPr lang="en-US" sz="3600" dirty="0" err="1"/>
                <a:t>consectetur</a:t>
              </a:r>
              <a:r>
                <a:rPr lang="en-US" sz="3600" dirty="0"/>
                <a:t> </a:t>
              </a:r>
              <a:r>
                <a:rPr lang="en-US" sz="3600" dirty="0" err="1"/>
                <a:t>adipiscing</a:t>
              </a:r>
              <a:r>
                <a:rPr lang="en-US" sz="3600" dirty="0"/>
                <a:t> </a:t>
              </a:r>
              <a:r>
                <a:rPr lang="en-US" sz="3600" dirty="0" err="1"/>
                <a:t>elit</a:t>
              </a:r>
              <a:r>
                <a:rPr lang="en-US" sz="3600" dirty="0"/>
                <a:t>, sed do </a:t>
              </a:r>
              <a:r>
                <a:rPr lang="en-US" sz="3600" dirty="0" err="1"/>
                <a:t>eiusmod</a:t>
              </a:r>
              <a:r>
                <a:rPr lang="en-US" sz="3600" dirty="0"/>
                <a:t> </a:t>
              </a:r>
              <a:r>
                <a:rPr lang="en-US" sz="3600" dirty="0" err="1"/>
                <a:t>tempor</a:t>
              </a:r>
              <a:r>
                <a:rPr lang="en-US" sz="3600" dirty="0"/>
                <a:t> </a:t>
              </a:r>
              <a:r>
                <a:rPr lang="en-US" sz="3600" dirty="0" err="1"/>
                <a:t>incididunt</a:t>
              </a:r>
              <a:r>
                <a:rPr lang="en-US" sz="3600" dirty="0"/>
                <a:t> </a:t>
              </a:r>
              <a:r>
                <a:rPr lang="en-US" sz="3600" dirty="0" err="1"/>
                <a:t>ut</a:t>
              </a:r>
              <a:r>
                <a:rPr lang="en-US" sz="3600" dirty="0"/>
                <a:t> labore et dolore magna </a:t>
              </a:r>
              <a:r>
                <a:rPr lang="en-US" sz="3600" dirty="0" err="1"/>
                <a:t>aliqua</a:t>
              </a:r>
              <a:r>
                <a:rPr lang="en-US" sz="3600" dirty="0"/>
                <a:t>. Ut </a:t>
              </a:r>
              <a:r>
                <a:rPr lang="en-US" sz="3600" dirty="0" err="1"/>
                <a:t>enim</a:t>
              </a:r>
              <a:r>
                <a:rPr lang="en-US" sz="3600" dirty="0"/>
                <a:t> ad minim </a:t>
              </a:r>
              <a:r>
                <a:rPr lang="en-US" sz="3600" dirty="0" err="1"/>
                <a:t>veniam</a:t>
              </a:r>
              <a:r>
                <a:rPr lang="en-US" sz="3600" dirty="0"/>
                <a:t>, </a:t>
              </a:r>
              <a:r>
                <a:rPr lang="en-US" sz="3600" dirty="0" err="1"/>
                <a:t>quis</a:t>
              </a:r>
              <a:r>
                <a:rPr lang="en-US" sz="3600" dirty="0"/>
                <a:t> </a:t>
              </a:r>
              <a:r>
                <a:rPr lang="en-US" sz="3600" dirty="0" err="1"/>
                <a:t>nostrud</a:t>
              </a:r>
              <a:r>
                <a:rPr lang="en-US" sz="3600" dirty="0"/>
                <a:t> exercitation </a:t>
              </a:r>
              <a:r>
                <a:rPr lang="en-US" sz="3600" dirty="0" err="1"/>
                <a:t>ullamco</a:t>
              </a:r>
              <a:r>
                <a:rPr lang="en-US" sz="3600" dirty="0"/>
                <a:t> </a:t>
              </a:r>
              <a:r>
                <a:rPr lang="en-US" sz="3600" dirty="0" err="1"/>
                <a:t>laboris</a:t>
              </a:r>
              <a:r>
                <a:rPr lang="en-US" sz="3600" dirty="0"/>
                <a:t> nisi </a:t>
              </a:r>
              <a:r>
                <a:rPr lang="en-US" sz="3600" dirty="0" err="1"/>
                <a:t>ut</a:t>
              </a:r>
              <a:r>
                <a:rPr lang="en-US" sz="3600" dirty="0"/>
                <a:t> </a:t>
              </a:r>
              <a:r>
                <a:rPr lang="en-US" sz="3600" dirty="0" err="1"/>
                <a:t>aliquip</a:t>
              </a:r>
              <a:r>
                <a:rPr lang="en-US" sz="3600" dirty="0"/>
                <a:t> ex </a:t>
              </a:r>
              <a:r>
                <a:rPr lang="en-US" sz="3600" dirty="0" err="1"/>
                <a:t>ea</a:t>
              </a:r>
              <a:r>
                <a:rPr lang="en-US" sz="3600" dirty="0"/>
                <a:t> </a:t>
              </a:r>
              <a:r>
                <a:rPr lang="en-US" sz="3600" dirty="0" err="1"/>
                <a:t>commodo</a:t>
              </a:r>
              <a:r>
                <a:rPr lang="en-US" sz="3600" dirty="0"/>
                <a:t> </a:t>
              </a:r>
              <a:r>
                <a:rPr lang="en-US" sz="3600" dirty="0" err="1"/>
                <a:t>consequat</a:t>
              </a:r>
              <a:r>
                <a:rPr lang="en-US" sz="3600" dirty="0"/>
                <a:t>. Duis </a:t>
              </a:r>
              <a:r>
                <a:rPr lang="en-US" sz="3600" dirty="0" err="1"/>
                <a:t>aute</a:t>
              </a:r>
              <a:r>
                <a:rPr lang="en-US" sz="3600" dirty="0"/>
                <a:t> </a:t>
              </a:r>
              <a:r>
                <a:rPr lang="en-US" sz="3600" dirty="0" err="1"/>
                <a:t>irure</a:t>
              </a:r>
              <a:r>
                <a:rPr lang="en-US" sz="3600" dirty="0"/>
                <a:t> dolor in </a:t>
              </a:r>
              <a:r>
                <a:rPr lang="en-US" sz="3600" dirty="0" err="1"/>
                <a:t>reprehenderit</a:t>
              </a:r>
              <a:r>
                <a:rPr lang="en-US" sz="3600" dirty="0"/>
                <a:t> in </a:t>
              </a:r>
              <a:r>
                <a:rPr lang="en-US" sz="3600" dirty="0" err="1"/>
                <a:t>voluptate</a:t>
              </a:r>
              <a:r>
                <a:rPr lang="en-US" sz="3600" dirty="0"/>
                <a:t> </a:t>
              </a:r>
              <a:r>
                <a:rPr lang="en-US" sz="3600" dirty="0" err="1"/>
                <a:t>velit</a:t>
              </a:r>
              <a:r>
                <a:rPr lang="en-US" sz="3600" dirty="0"/>
                <a:t> </a:t>
              </a:r>
              <a:r>
                <a:rPr lang="en-US" sz="3600" dirty="0" err="1"/>
                <a:t>esse</a:t>
              </a:r>
              <a:r>
                <a:rPr lang="en-US" sz="3600" dirty="0"/>
                <a:t> </a:t>
              </a:r>
              <a:r>
                <a:rPr lang="en-US" sz="3600" dirty="0" err="1"/>
                <a:t>cillum</a:t>
              </a:r>
              <a:r>
                <a:rPr lang="en-US" sz="3600" dirty="0"/>
                <a:t> dolore </a:t>
              </a:r>
              <a:r>
                <a:rPr lang="en-US" sz="3600" dirty="0" err="1"/>
                <a:t>eu</a:t>
              </a:r>
              <a:r>
                <a:rPr lang="en-US" sz="3600" dirty="0"/>
                <a:t> </a:t>
              </a:r>
              <a:r>
                <a:rPr lang="en-US" sz="3600" dirty="0" err="1"/>
                <a:t>fugiat</a:t>
              </a:r>
              <a:r>
                <a:rPr lang="en-US" sz="3600" dirty="0"/>
                <a:t> </a:t>
              </a:r>
              <a:r>
                <a:rPr lang="en-US" sz="3600" dirty="0" err="1"/>
                <a:t>nulla</a:t>
              </a:r>
              <a:r>
                <a:rPr lang="en-US" sz="3600" dirty="0"/>
                <a:t> </a:t>
              </a:r>
              <a:r>
                <a:rPr lang="en-US" sz="3600" dirty="0" err="1"/>
                <a:t>pariatur</a:t>
              </a:r>
              <a:r>
                <a:rPr lang="en-US" sz="3600" dirty="0"/>
                <a:t>. </a:t>
              </a:r>
              <a:r>
                <a:rPr lang="en-US" sz="3600" dirty="0" err="1"/>
                <a:t>Excepteur</a:t>
              </a:r>
              <a:r>
                <a:rPr lang="en-US" sz="3600" dirty="0"/>
                <a:t> </a:t>
              </a:r>
              <a:r>
                <a:rPr lang="en-US" sz="3600" dirty="0" err="1"/>
                <a:t>sint</a:t>
              </a:r>
              <a:r>
                <a:rPr lang="en-US" sz="3600" dirty="0"/>
                <a:t> </a:t>
              </a:r>
              <a:r>
                <a:rPr lang="en-US" sz="3600" dirty="0" err="1"/>
                <a:t>occaecat</a:t>
              </a:r>
              <a:r>
                <a:rPr lang="en-US" sz="3600" dirty="0"/>
                <a:t> </a:t>
              </a:r>
              <a:r>
                <a:rPr lang="en-US" sz="3600" dirty="0" err="1"/>
                <a:t>cupidatat</a:t>
              </a:r>
              <a:r>
                <a:rPr lang="en-US" sz="3600" dirty="0"/>
                <a:t> non </a:t>
              </a:r>
              <a:r>
                <a:rPr lang="en-US" sz="3600" dirty="0" err="1"/>
                <a:t>proident</a:t>
              </a:r>
              <a:r>
                <a:rPr lang="en-US" sz="3600" dirty="0"/>
                <a:t>, sunt in culpa qui </a:t>
              </a:r>
              <a:r>
                <a:rPr lang="en-US" sz="3600" dirty="0" err="1"/>
                <a:t>officia</a:t>
              </a:r>
              <a:r>
                <a:rPr lang="en-US" sz="3600" dirty="0"/>
                <a:t> </a:t>
              </a:r>
              <a:r>
                <a:rPr lang="en-US" sz="3600" dirty="0" err="1"/>
                <a:t>deserunt</a:t>
              </a:r>
              <a:r>
                <a:rPr lang="en-US" sz="3600" dirty="0"/>
                <a:t> </a:t>
              </a:r>
              <a:r>
                <a:rPr lang="en-US" sz="3600" dirty="0" err="1"/>
                <a:t>mollit</a:t>
              </a:r>
              <a:r>
                <a:rPr lang="en-US" sz="3600" dirty="0"/>
                <a:t> </a:t>
              </a:r>
              <a:r>
                <a:rPr lang="en-US" sz="3600" dirty="0" err="1"/>
                <a:t>anim</a:t>
              </a:r>
              <a:r>
                <a:rPr lang="en-US" sz="3600" dirty="0"/>
                <a:t> id </a:t>
              </a:r>
              <a:r>
                <a:rPr lang="en-US" sz="3600" dirty="0" err="1"/>
                <a:t>est</a:t>
              </a:r>
              <a:r>
                <a:rPr lang="en-US" sz="3600" dirty="0"/>
                <a:t> </a:t>
              </a:r>
              <a:r>
                <a:rPr lang="en-US" sz="3600" dirty="0" err="1"/>
                <a:t>laborum</a:t>
              </a:r>
              <a:r>
                <a:rPr lang="en-US" sz="3600" dirty="0"/>
                <a:t>.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A2CEB15-072F-C319-96B8-C77CDB22B139}"/>
              </a:ext>
            </a:extLst>
          </p:cNvPr>
          <p:cNvGrpSpPr/>
          <p:nvPr/>
        </p:nvGrpSpPr>
        <p:grpSpPr>
          <a:xfrm>
            <a:off x="523486" y="13248813"/>
            <a:ext cx="11521219" cy="14768911"/>
            <a:chOff x="523486" y="13345714"/>
            <a:chExt cx="11521219" cy="14768911"/>
          </a:xfrm>
        </p:grpSpPr>
        <p:sp>
          <p:nvSpPr>
            <p:cNvPr id="23" name="Rounded Rectangle 22"/>
            <p:cNvSpPr/>
            <p:nvPr/>
          </p:nvSpPr>
          <p:spPr>
            <a:xfrm>
              <a:off x="523486" y="13754969"/>
              <a:ext cx="11521219" cy="14359656"/>
            </a:xfrm>
            <a:prstGeom prst="roundRect">
              <a:avLst>
                <a:gd name="adj" fmla="val 3189"/>
              </a:avLst>
            </a:prstGeom>
            <a:noFill/>
            <a:ln w="57150">
              <a:gradFill flip="none" rotWithShape="1">
                <a:gsLst>
                  <a:gs pos="0">
                    <a:schemeClr val="accent6">
                      <a:lumMod val="50000"/>
                    </a:schemeClr>
                  </a:gs>
                  <a:gs pos="100000">
                    <a:srgbClr val="989BA6"/>
                  </a:gs>
                </a:gsLst>
                <a:lin ang="558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63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665349" y="13345714"/>
              <a:ext cx="9237492" cy="768096"/>
            </a:xfrm>
            <a:prstGeom prst="roundRect">
              <a:avLst/>
            </a:prstGeom>
            <a:solidFill>
              <a:srgbClr val="4B78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Section Header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44F933BA-89EB-F161-8671-A0A7868EB538}"/>
                </a:ext>
              </a:extLst>
            </p:cNvPr>
            <p:cNvGrpSpPr/>
            <p:nvPr/>
          </p:nvGrpSpPr>
          <p:grpSpPr>
            <a:xfrm>
              <a:off x="982587" y="21099878"/>
              <a:ext cx="10603017" cy="6336187"/>
              <a:chOff x="873808" y="21099878"/>
              <a:chExt cx="10603017" cy="6336187"/>
            </a:xfrm>
          </p:grpSpPr>
          <p:sp>
            <p:nvSpPr>
              <p:cNvPr id="91" name="Rounded Rectangle 36">
                <a:extLst>
                  <a:ext uri="{FF2B5EF4-FFF2-40B4-BE49-F238E27FC236}">
                    <a16:creationId xmlns:a16="http://schemas.microsoft.com/office/drawing/2014/main" id="{F7509845-E084-0BDF-F18A-10B838758A9D}"/>
                  </a:ext>
                </a:extLst>
              </p:cNvPr>
              <p:cNvSpPr/>
              <p:nvPr/>
            </p:nvSpPr>
            <p:spPr>
              <a:xfrm>
                <a:off x="873808" y="21099878"/>
                <a:ext cx="10603017" cy="6336187"/>
              </a:xfrm>
              <a:prstGeom prst="roundRect">
                <a:avLst>
                  <a:gd name="adj" fmla="val 2493"/>
                </a:avLst>
              </a:prstGeom>
              <a:solidFill>
                <a:srgbClr val="A295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3" dirty="0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7E4C9E2-FACD-716E-75A3-EFF51392E2BB}"/>
                  </a:ext>
                </a:extLst>
              </p:cNvPr>
              <p:cNvSpPr txBox="1"/>
              <p:nvPr/>
            </p:nvSpPr>
            <p:spPr>
              <a:xfrm>
                <a:off x="3861402" y="21554165"/>
                <a:ext cx="4627829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999" b="1" dirty="0"/>
                  <a:t>Photo Title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16B900C-DF4C-72C0-735D-AF2A9AE6DAB9}"/>
                  </a:ext>
                </a:extLst>
              </p:cNvPr>
              <p:cNvSpPr txBox="1"/>
              <p:nvPr/>
            </p:nvSpPr>
            <p:spPr>
              <a:xfrm>
                <a:off x="1576043" y="26496207"/>
                <a:ext cx="41431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Lorem ipsum dolor sit </a:t>
                </a:r>
                <a:r>
                  <a:rPr lang="en-US" sz="2400" dirty="0" err="1"/>
                  <a:t>amet</a:t>
                </a:r>
                <a:r>
                  <a:rPr lang="en-US" sz="2400" dirty="0"/>
                  <a:t>.</a:t>
                </a:r>
              </a:p>
            </p:txBody>
          </p:sp>
          <p:pic>
            <p:nvPicPr>
              <p:cNvPr id="99" name="Graphic 98" descr="Images with solid fill">
                <a:extLst>
                  <a:ext uri="{FF2B5EF4-FFF2-40B4-BE49-F238E27FC236}">
                    <a16:creationId xmlns:a16="http://schemas.microsoft.com/office/drawing/2014/main" id="{E6A1EB81-B35B-16E2-E7DE-72AC6DA85A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681515" y="22607924"/>
                <a:ext cx="3900447" cy="3900447"/>
              </a:xfrm>
              <a:prstGeom prst="rect">
                <a:avLst/>
              </a:prstGeom>
            </p:spPr>
          </p:pic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18E8E446-57C3-9165-4F27-661A46F764F2}"/>
                  </a:ext>
                </a:extLst>
              </p:cNvPr>
              <p:cNvSpPr txBox="1"/>
              <p:nvPr/>
            </p:nvSpPr>
            <p:spPr>
              <a:xfrm>
                <a:off x="6563292" y="26457114"/>
                <a:ext cx="41431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Lorem ipsum dolor sit </a:t>
                </a:r>
                <a:r>
                  <a:rPr lang="en-US" sz="2400" dirty="0" err="1"/>
                  <a:t>amet</a:t>
                </a:r>
                <a:r>
                  <a:rPr lang="en-US" sz="2400" dirty="0"/>
                  <a:t>.</a:t>
                </a:r>
              </a:p>
            </p:txBody>
          </p:sp>
          <p:pic>
            <p:nvPicPr>
              <p:cNvPr id="102" name="Graphic 101" descr="Images with solid fill">
                <a:extLst>
                  <a:ext uri="{FF2B5EF4-FFF2-40B4-BE49-F238E27FC236}">
                    <a16:creationId xmlns:a16="http://schemas.microsoft.com/office/drawing/2014/main" id="{37DA6363-18F0-F885-5C37-DA0F6DBFA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668764" y="22568831"/>
                <a:ext cx="3900447" cy="3900447"/>
              </a:xfrm>
              <a:prstGeom prst="rect">
                <a:avLst/>
              </a:prstGeom>
            </p:spPr>
          </p:pic>
        </p:grp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89AAF87-FEB8-E88D-A8D8-A9789847C37C}"/>
                </a:ext>
              </a:extLst>
            </p:cNvPr>
            <p:cNvSpPr/>
            <p:nvPr/>
          </p:nvSpPr>
          <p:spPr>
            <a:xfrm>
              <a:off x="895037" y="14712121"/>
              <a:ext cx="10778116" cy="50783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48670" indent="-548670" algn="just">
                <a:buFont typeface="Arial" panose="020B0604020202020204" pitchFamily="34" charset="0"/>
                <a:buChar char="•"/>
              </a:pPr>
              <a:r>
                <a:rPr lang="en-US" sz="3600" dirty="0"/>
                <a:t>Lorem ipsum dolor sit </a:t>
              </a:r>
              <a:r>
                <a:rPr lang="en-US" sz="3600" dirty="0" err="1"/>
                <a:t>amet</a:t>
              </a:r>
              <a:r>
                <a:rPr lang="en-US" sz="3600" dirty="0"/>
                <a:t>, </a:t>
              </a:r>
              <a:r>
                <a:rPr lang="en-US" sz="3600" dirty="0" err="1"/>
                <a:t>consectetur</a:t>
              </a:r>
              <a:r>
                <a:rPr lang="en-US" sz="3600" dirty="0"/>
                <a:t> </a:t>
              </a:r>
              <a:r>
                <a:rPr lang="en-US" sz="3600" dirty="0" err="1"/>
                <a:t>adipiscing</a:t>
              </a:r>
              <a:r>
                <a:rPr lang="en-US" sz="3600" dirty="0"/>
                <a:t> </a:t>
              </a:r>
              <a:r>
                <a:rPr lang="en-US" sz="3600" dirty="0" err="1"/>
                <a:t>elit</a:t>
              </a:r>
              <a:r>
                <a:rPr lang="en-US" sz="3600" dirty="0"/>
                <a:t>, sed do </a:t>
              </a:r>
              <a:r>
                <a:rPr lang="en-US" sz="3600" dirty="0" err="1"/>
                <a:t>eiusmod</a:t>
              </a:r>
              <a:r>
                <a:rPr lang="en-US" sz="3600" dirty="0"/>
                <a:t> </a:t>
              </a:r>
              <a:r>
                <a:rPr lang="en-US" sz="3600" dirty="0" err="1"/>
                <a:t>tempor</a:t>
              </a:r>
              <a:r>
                <a:rPr lang="en-US" sz="3600" dirty="0"/>
                <a:t> </a:t>
              </a:r>
              <a:r>
                <a:rPr lang="en-US" sz="3600" dirty="0" err="1"/>
                <a:t>incididunt</a:t>
              </a:r>
              <a:r>
                <a:rPr lang="en-US" sz="3600" dirty="0"/>
                <a:t> </a:t>
              </a:r>
              <a:r>
                <a:rPr lang="en-US" sz="3600" dirty="0" err="1"/>
                <a:t>ut</a:t>
              </a:r>
              <a:r>
                <a:rPr lang="en-US" sz="3600" dirty="0"/>
                <a:t> labore et dolore magna </a:t>
              </a:r>
              <a:r>
                <a:rPr lang="en-US" sz="3600" dirty="0" err="1"/>
                <a:t>aliqua</a:t>
              </a:r>
              <a:r>
                <a:rPr lang="en-US" sz="3600" dirty="0"/>
                <a:t>. Ut </a:t>
              </a:r>
              <a:r>
                <a:rPr lang="en-US" sz="3600" dirty="0" err="1"/>
                <a:t>enim</a:t>
              </a:r>
              <a:r>
                <a:rPr lang="en-US" sz="3600" dirty="0"/>
                <a:t> ad minim </a:t>
              </a:r>
              <a:r>
                <a:rPr lang="en-US" sz="3600" dirty="0" err="1"/>
                <a:t>veniam</a:t>
              </a:r>
              <a:r>
                <a:rPr lang="en-US" sz="3600" dirty="0"/>
                <a:t>, </a:t>
              </a:r>
              <a:r>
                <a:rPr lang="en-US" sz="3600" dirty="0" err="1"/>
                <a:t>quis</a:t>
              </a:r>
              <a:r>
                <a:rPr lang="en-US" sz="3600" dirty="0"/>
                <a:t> </a:t>
              </a:r>
              <a:r>
                <a:rPr lang="en-US" sz="3600" dirty="0" err="1"/>
                <a:t>nostrud</a:t>
              </a:r>
              <a:r>
                <a:rPr lang="en-US" sz="3600" dirty="0"/>
                <a:t> exercitation </a:t>
              </a:r>
              <a:r>
                <a:rPr lang="en-US" sz="3600" dirty="0" err="1"/>
                <a:t>ullamco</a:t>
              </a:r>
              <a:r>
                <a:rPr lang="en-US" sz="3600" dirty="0"/>
                <a:t> </a:t>
              </a:r>
              <a:r>
                <a:rPr lang="en-US" sz="3600" dirty="0" err="1"/>
                <a:t>laboris</a:t>
              </a:r>
              <a:r>
                <a:rPr lang="en-US" sz="3600" dirty="0"/>
                <a:t> nisi </a:t>
              </a:r>
              <a:r>
                <a:rPr lang="en-US" sz="3600" dirty="0" err="1"/>
                <a:t>ut</a:t>
              </a:r>
              <a:r>
                <a:rPr lang="en-US" sz="3600" dirty="0"/>
                <a:t> </a:t>
              </a:r>
              <a:r>
                <a:rPr lang="en-US" sz="3600" dirty="0" err="1"/>
                <a:t>aliquip</a:t>
              </a:r>
              <a:r>
                <a:rPr lang="en-US" sz="3600" dirty="0"/>
                <a:t> ex </a:t>
              </a:r>
              <a:r>
                <a:rPr lang="en-US" sz="3600" dirty="0" err="1"/>
                <a:t>ea</a:t>
              </a:r>
              <a:r>
                <a:rPr lang="en-US" sz="3600" dirty="0"/>
                <a:t> </a:t>
              </a:r>
              <a:r>
                <a:rPr lang="en-US" sz="3600" dirty="0" err="1"/>
                <a:t>commodo</a:t>
              </a:r>
              <a:r>
                <a:rPr lang="en-US" sz="3600" dirty="0"/>
                <a:t> </a:t>
              </a:r>
              <a:r>
                <a:rPr lang="en-US" sz="3600" dirty="0" err="1"/>
                <a:t>consequat</a:t>
              </a:r>
              <a:r>
                <a:rPr lang="en-US" sz="3600" dirty="0"/>
                <a:t>. Duis </a:t>
              </a:r>
              <a:r>
                <a:rPr lang="en-US" sz="3600" dirty="0" err="1"/>
                <a:t>aute</a:t>
              </a:r>
              <a:r>
                <a:rPr lang="en-US" sz="3600" dirty="0"/>
                <a:t> </a:t>
              </a:r>
              <a:r>
                <a:rPr lang="en-US" sz="3600" dirty="0" err="1"/>
                <a:t>irure</a:t>
              </a:r>
              <a:r>
                <a:rPr lang="en-US" sz="3600" dirty="0"/>
                <a:t> dolor in </a:t>
              </a:r>
              <a:r>
                <a:rPr lang="en-US" sz="3600" dirty="0" err="1"/>
                <a:t>reprehenderit</a:t>
              </a:r>
              <a:r>
                <a:rPr lang="en-US" sz="3600" dirty="0"/>
                <a:t> in </a:t>
              </a:r>
              <a:r>
                <a:rPr lang="en-US" sz="3600" dirty="0" err="1"/>
                <a:t>voluptate</a:t>
              </a:r>
              <a:r>
                <a:rPr lang="en-US" sz="3600" dirty="0"/>
                <a:t> </a:t>
              </a:r>
              <a:r>
                <a:rPr lang="en-US" sz="3600" dirty="0" err="1"/>
                <a:t>velit</a:t>
              </a:r>
              <a:r>
                <a:rPr lang="en-US" sz="3600" dirty="0"/>
                <a:t> </a:t>
              </a:r>
              <a:r>
                <a:rPr lang="en-US" sz="3600" dirty="0" err="1"/>
                <a:t>esse</a:t>
              </a:r>
              <a:r>
                <a:rPr lang="en-US" sz="3600" dirty="0"/>
                <a:t> </a:t>
              </a:r>
              <a:r>
                <a:rPr lang="en-US" sz="3600" dirty="0" err="1"/>
                <a:t>cillum</a:t>
              </a:r>
              <a:r>
                <a:rPr lang="en-US" sz="3600" dirty="0"/>
                <a:t> dolore </a:t>
              </a:r>
              <a:r>
                <a:rPr lang="en-US" sz="3600" dirty="0" err="1"/>
                <a:t>eu</a:t>
              </a:r>
              <a:r>
                <a:rPr lang="en-US" sz="3600" dirty="0"/>
                <a:t> </a:t>
              </a:r>
              <a:r>
                <a:rPr lang="en-US" sz="3600" dirty="0" err="1"/>
                <a:t>fugiat</a:t>
              </a:r>
              <a:r>
                <a:rPr lang="en-US" sz="3600" dirty="0"/>
                <a:t> </a:t>
              </a:r>
              <a:r>
                <a:rPr lang="en-US" sz="3600" dirty="0" err="1"/>
                <a:t>nulla</a:t>
              </a:r>
              <a:r>
                <a:rPr lang="en-US" sz="3600" dirty="0"/>
                <a:t> </a:t>
              </a:r>
              <a:r>
                <a:rPr lang="en-US" sz="3600" dirty="0" err="1"/>
                <a:t>pariatur</a:t>
              </a:r>
              <a:r>
                <a:rPr lang="en-US" sz="3600" dirty="0"/>
                <a:t>. </a:t>
              </a:r>
              <a:r>
                <a:rPr lang="en-US" sz="3600" dirty="0" err="1"/>
                <a:t>Excepteur</a:t>
              </a:r>
              <a:r>
                <a:rPr lang="en-US" sz="3600" dirty="0"/>
                <a:t> </a:t>
              </a:r>
              <a:r>
                <a:rPr lang="en-US" sz="3600" dirty="0" err="1"/>
                <a:t>sint</a:t>
              </a:r>
              <a:r>
                <a:rPr lang="en-US" sz="3600" dirty="0"/>
                <a:t> </a:t>
              </a:r>
              <a:r>
                <a:rPr lang="en-US" sz="3600" dirty="0" err="1"/>
                <a:t>occaecat</a:t>
              </a:r>
              <a:r>
                <a:rPr lang="en-US" sz="3600" dirty="0"/>
                <a:t> </a:t>
              </a:r>
              <a:r>
                <a:rPr lang="en-US" sz="3600" dirty="0" err="1"/>
                <a:t>cupidatat</a:t>
              </a:r>
              <a:r>
                <a:rPr lang="en-US" sz="3600" dirty="0"/>
                <a:t> non </a:t>
              </a:r>
              <a:r>
                <a:rPr lang="en-US" sz="3600" dirty="0" err="1"/>
                <a:t>proident</a:t>
              </a:r>
              <a:r>
                <a:rPr lang="en-US" sz="3600" dirty="0"/>
                <a:t>, sunt in culpa qui </a:t>
              </a:r>
              <a:r>
                <a:rPr lang="en-US" sz="3600" dirty="0" err="1"/>
                <a:t>officia</a:t>
              </a:r>
              <a:r>
                <a:rPr lang="en-US" sz="3600" dirty="0"/>
                <a:t> </a:t>
              </a:r>
              <a:r>
                <a:rPr lang="en-US" sz="3600" dirty="0" err="1"/>
                <a:t>deserunt</a:t>
              </a:r>
              <a:r>
                <a:rPr lang="en-US" sz="3600" dirty="0"/>
                <a:t> </a:t>
              </a:r>
              <a:r>
                <a:rPr lang="en-US" sz="3600" dirty="0" err="1"/>
                <a:t>mollit</a:t>
              </a:r>
              <a:r>
                <a:rPr lang="en-US" sz="3600" dirty="0"/>
                <a:t> </a:t>
              </a:r>
              <a:r>
                <a:rPr lang="en-US" sz="3600" dirty="0" err="1"/>
                <a:t>anim</a:t>
              </a:r>
              <a:r>
                <a:rPr lang="en-US" sz="3600" dirty="0"/>
                <a:t> id </a:t>
              </a:r>
              <a:r>
                <a:rPr lang="en-US" sz="3600" dirty="0" err="1"/>
                <a:t>est</a:t>
              </a:r>
              <a:r>
                <a:rPr lang="en-US" sz="3600" dirty="0"/>
                <a:t> </a:t>
              </a:r>
              <a:r>
                <a:rPr lang="en-US" sz="3600" dirty="0" err="1"/>
                <a:t>laborum</a:t>
              </a:r>
              <a:r>
                <a:rPr lang="en-US" sz="3600" dirty="0"/>
                <a:t>.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C29A6A4-0304-3239-A75B-BA22C1FC50F5}"/>
              </a:ext>
            </a:extLst>
          </p:cNvPr>
          <p:cNvGrpSpPr/>
          <p:nvPr/>
        </p:nvGrpSpPr>
        <p:grpSpPr>
          <a:xfrm>
            <a:off x="39427023" y="21841072"/>
            <a:ext cx="11521440" cy="3524095"/>
            <a:chOff x="39542936" y="21841072"/>
            <a:chExt cx="11521440" cy="3524095"/>
          </a:xfrm>
        </p:grpSpPr>
        <p:sp>
          <p:nvSpPr>
            <p:cNvPr id="115" name="Rounded Rectangle 36">
              <a:extLst>
                <a:ext uri="{FF2B5EF4-FFF2-40B4-BE49-F238E27FC236}">
                  <a16:creationId xmlns:a16="http://schemas.microsoft.com/office/drawing/2014/main" id="{96600D36-3784-B6B0-1119-AEAEB5253E69}"/>
                </a:ext>
              </a:extLst>
            </p:cNvPr>
            <p:cNvSpPr/>
            <p:nvPr/>
          </p:nvSpPr>
          <p:spPr>
            <a:xfrm>
              <a:off x="39785331" y="22823936"/>
              <a:ext cx="11036651" cy="2417365"/>
            </a:xfrm>
            <a:prstGeom prst="roundRect">
              <a:avLst>
                <a:gd name="adj" fmla="val 7153"/>
              </a:avLst>
            </a:prstGeom>
            <a:solidFill>
              <a:srgbClr val="A295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 dirty="0"/>
            </a:p>
          </p:txBody>
        </p:sp>
        <p:sp>
          <p:nvSpPr>
            <p:cNvPr id="124" name="Rounded Rectangle 26">
              <a:extLst>
                <a:ext uri="{FF2B5EF4-FFF2-40B4-BE49-F238E27FC236}">
                  <a16:creationId xmlns:a16="http://schemas.microsoft.com/office/drawing/2014/main" id="{32A98037-4B09-50AD-AE55-780FBBAE8BB2}"/>
                </a:ext>
              </a:extLst>
            </p:cNvPr>
            <p:cNvSpPr/>
            <p:nvPr/>
          </p:nvSpPr>
          <p:spPr>
            <a:xfrm>
              <a:off x="39542936" y="22302974"/>
              <a:ext cx="11521440" cy="3062193"/>
            </a:xfrm>
            <a:prstGeom prst="roundRect">
              <a:avLst>
                <a:gd name="adj" fmla="val 9183"/>
              </a:avLst>
            </a:prstGeom>
            <a:noFill/>
            <a:ln w="57150">
              <a:solidFill>
                <a:srgbClr val="989B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/>
            </a:p>
          </p:txBody>
        </p:sp>
        <p:sp>
          <p:nvSpPr>
            <p:cNvPr id="125" name="Rounded Rectangle 27">
              <a:extLst>
                <a:ext uri="{FF2B5EF4-FFF2-40B4-BE49-F238E27FC236}">
                  <a16:creationId xmlns:a16="http://schemas.microsoft.com/office/drawing/2014/main" id="{3990B8EC-D9BC-4B34-B299-2DEDA935259D}"/>
                </a:ext>
              </a:extLst>
            </p:cNvPr>
            <p:cNvSpPr/>
            <p:nvPr/>
          </p:nvSpPr>
          <p:spPr>
            <a:xfrm>
              <a:off x="42903817" y="21841072"/>
              <a:ext cx="4799679" cy="877824"/>
            </a:xfrm>
            <a:prstGeom prst="roundRect">
              <a:avLst/>
            </a:prstGeom>
            <a:solidFill>
              <a:srgbClr val="BCC6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12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Conclusions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610EFA6-0586-E509-B7E1-28FCD712CE1B}"/>
                </a:ext>
              </a:extLst>
            </p:cNvPr>
            <p:cNvSpPr/>
            <p:nvPr/>
          </p:nvSpPr>
          <p:spPr>
            <a:xfrm>
              <a:off x="39858052" y="23155455"/>
              <a:ext cx="10891208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3600" dirty="0"/>
                <a:t>Lorem ipsum dolor sit </a:t>
              </a:r>
              <a:r>
                <a:rPr lang="en-US" sz="3600" dirty="0" err="1"/>
                <a:t>amet</a:t>
              </a:r>
              <a:r>
                <a:rPr lang="en-US" sz="3600" dirty="0"/>
                <a:t>, </a:t>
              </a:r>
              <a:r>
                <a:rPr lang="en-US" sz="3600" dirty="0" err="1"/>
                <a:t>consectetur</a:t>
              </a:r>
              <a:r>
                <a:rPr lang="en-US" sz="3600" dirty="0"/>
                <a:t> </a:t>
              </a:r>
              <a:r>
                <a:rPr lang="en-US" sz="3600" dirty="0" err="1"/>
                <a:t>adipiscing</a:t>
              </a:r>
              <a:r>
                <a:rPr lang="en-US" sz="3600" dirty="0"/>
                <a:t> </a:t>
              </a:r>
              <a:r>
                <a:rPr lang="en-US" sz="3600" dirty="0" err="1"/>
                <a:t>elit</a:t>
              </a:r>
              <a:r>
                <a:rPr lang="en-US" sz="3600" dirty="0"/>
                <a:t>, sed do </a:t>
              </a:r>
              <a:r>
                <a:rPr lang="en-US" sz="3600" dirty="0" err="1"/>
                <a:t>eiusmod</a:t>
              </a:r>
              <a:r>
                <a:rPr lang="en-US" sz="3600" dirty="0"/>
                <a:t> </a:t>
              </a:r>
              <a:r>
                <a:rPr lang="en-US" sz="3600" dirty="0" err="1"/>
                <a:t>tempor</a:t>
              </a:r>
              <a:r>
                <a:rPr lang="en-US" sz="3600" dirty="0"/>
                <a:t> </a:t>
              </a:r>
              <a:r>
                <a:rPr lang="en-US" sz="3600" dirty="0" err="1"/>
                <a:t>incididunt</a:t>
              </a:r>
              <a:r>
                <a:rPr lang="en-US" sz="3600" dirty="0"/>
                <a:t> </a:t>
              </a:r>
              <a:r>
                <a:rPr lang="en-US" sz="3600" dirty="0" err="1"/>
                <a:t>ut</a:t>
              </a:r>
              <a:r>
                <a:rPr lang="en-US" sz="3600" dirty="0"/>
                <a:t> labore et dolore magna </a:t>
              </a:r>
              <a:r>
                <a:rPr lang="en-US" sz="3600" dirty="0" err="1"/>
                <a:t>aliqua</a:t>
              </a:r>
              <a:r>
                <a:rPr lang="en-US" sz="3600" dirty="0"/>
                <a:t>. 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81677D3-BF3A-A988-1035-2208220DF4FE}"/>
              </a:ext>
            </a:extLst>
          </p:cNvPr>
          <p:cNvGrpSpPr/>
          <p:nvPr/>
        </p:nvGrpSpPr>
        <p:grpSpPr>
          <a:xfrm>
            <a:off x="39427023" y="25778502"/>
            <a:ext cx="11521440" cy="2274992"/>
            <a:chOff x="40055452" y="25778502"/>
            <a:chExt cx="11521440" cy="2274992"/>
          </a:xfrm>
        </p:grpSpPr>
        <p:sp>
          <p:nvSpPr>
            <p:cNvPr id="117" name="Rounded Rectangle 36">
              <a:extLst>
                <a:ext uri="{FF2B5EF4-FFF2-40B4-BE49-F238E27FC236}">
                  <a16:creationId xmlns:a16="http://schemas.microsoft.com/office/drawing/2014/main" id="{EC11F002-02BB-5842-0E5E-06E9EDE7B181}"/>
                </a:ext>
              </a:extLst>
            </p:cNvPr>
            <p:cNvSpPr/>
            <p:nvPr/>
          </p:nvSpPr>
          <p:spPr>
            <a:xfrm>
              <a:off x="40321001" y="26744966"/>
              <a:ext cx="10990342" cy="1144234"/>
            </a:xfrm>
            <a:prstGeom prst="roundRect">
              <a:avLst>
                <a:gd name="adj" fmla="val 11956"/>
              </a:avLst>
            </a:prstGeom>
            <a:solidFill>
              <a:srgbClr val="A295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 dirty="0"/>
            </a:p>
          </p:txBody>
        </p:sp>
        <p:sp>
          <p:nvSpPr>
            <p:cNvPr id="122" name="Rounded Rectangle 20">
              <a:extLst>
                <a:ext uri="{FF2B5EF4-FFF2-40B4-BE49-F238E27FC236}">
                  <a16:creationId xmlns:a16="http://schemas.microsoft.com/office/drawing/2014/main" id="{15CA280B-8900-E025-96ED-67FAC163EE2A}"/>
                </a:ext>
              </a:extLst>
            </p:cNvPr>
            <p:cNvSpPr/>
            <p:nvPr/>
          </p:nvSpPr>
          <p:spPr>
            <a:xfrm>
              <a:off x="40055452" y="26185281"/>
              <a:ext cx="11521440" cy="1868213"/>
            </a:xfrm>
            <a:prstGeom prst="roundRect">
              <a:avLst>
                <a:gd name="adj" fmla="val 10810"/>
              </a:avLst>
            </a:prstGeom>
            <a:noFill/>
            <a:ln w="57150">
              <a:solidFill>
                <a:srgbClr val="989B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/>
            </a:p>
          </p:txBody>
        </p:sp>
        <p:sp>
          <p:nvSpPr>
            <p:cNvPr id="123" name="Rounded Rectangle 21">
              <a:extLst>
                <a:ext uri="{FF2B5EF4-FFF2-40B4-BE49-F238E27FC236}">
                  <a16:creationId xmlns:a16="http://schemas.microsoft.com/office/drawing/2014/main" id="{F6E89A47-8CFC-9DDB-C3E5-402E2472737C}"/>
                </a:ext>
              </a:extLst>
            </p:cNvPr>
            <p:cNvSpPr/>
            <p:nvPr/>
          </p:nvSpPr>
          <p:spPr>
            <a:xfrm>
              <a:off x="42604497" y="25778502"/>
              <a:ext cx="6423351" cy="877824"/>
            </a:xfrm>
            <a:prstGeom prst="roundRect">
              <a:avLst/>
            </a:prstGeom>
            <a:solidFill>
              <a:srgbClr val="BCC6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Acknowledgements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5C0F725-7352-D5C7-21BF-2A57F33F79E6}"/>
                </a:ext>
              </a:extLst>
            </p:cNvPr>
            <p:cNvSpPr txBox="1"/>
            <p:nvPr/>
          </p:nvSpPr>
          <p:spPr>
            <a:xfrm>
              <a:off x="40392014" y="26785450"/>
              <a:ext cx="10848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dirty="0"/>
                <a:t>Lorem ipsum dolor sit </a:t>
              </a:r>
              <a:r>
                <a:rPr lang="en-US" sz="2000" dirty="0" err="1"/>
                <a:t>amet</a:t>
              </a:r>
              <a:r>
                <a:rPr lang="en-US" sz="2000" dirty="0"/>
                <a:t>, </a:t>
              </a:r>
              <a:r>
                <a:rPr lang="en-US" sz="2000" dirty="0" err="1"/>
                <a:t>consectetur</a:t>
              </a:r>
              <a:r>
                <a:rPr lang="en-US" sz="2000" dirty="0"/>
                <a:t> </a:t>
              </a:r>
              <a:r>
                <a:rPr lang="en-US" sz="2000" dirty="0" err="1"/>
                <a:t>adipiscing</a:t>
              </a:r>
              <a:r>
                <a:rPr lang="en-US" sz="2000" dirty="0"/>
                <a:t> </a:t>
              </a:r>
              <a:r>
                <a:rPr lang="en-US" sz="2000" dirty="0" err="1"/>
                <a:t>elit</a:t>
              </a:r>
              <a:r>
                <a:rPr lang="en-US" sz="2000" dirty="0"/>
                <a:t>, sed do </a:t>
              </a:r>
              <a:r>
                <a:rPr lang="en-US" sz="2000" dirty="0" err="1"/>
                <a:t>eiusmod</a:t>
              </a:r>
              <a:r>
                <a:rPr lang="en-US" sz="2000" dirty="0"/>
                <a:t> </a:t>
              </a:r>
              <a:r>
                <a:rPr lang="en-US" sz="2000" dirty="0" err="1"/>
                <a:t>tempor</a:t>
              </a:r>
              <a:r>
                <a:rPr lang="en-US" sz="2000" dirty="0"/>
                <a:t> </a:t>
              </a:r>
              <a:r>
                <a:rPr lang="en-US" sz="2000" dirty="0" err="1"/>
                <a:t>incididunt</a:t>
              </a:r>
              <a:r>
                <a:rPr lang="en-US" sz="2000" dirty="0"/>
                <a:t> </a:t>
              </a:r>
              <a:r>
                <a:rPr lang="en-US" sz="2000" dirty="0" err="1"/>
                <a:t>ut</a:t>
              </a:r>
              <a:r>
                <a:rPr lang="en-US" sz="2000" dirty="0"/>
                <a:t> labore et dolore magna </a:t>
              </a:r>
              <a:r>
                <a:rPr lang="en-US" sz="2000" dirty="0" err="1"/>
                <a:t>aliqua</a:t>
              </a:r>
              <a:r>
                <a:rPr lang="en-US" sz="2000" dirty="0"/>
                <a:t>. Ut </a:t>
              </a:r>
              <a:r>
                <a:rPr lang="en-US" sz="2000" dirty="0" err="1"/>
                <a:t>enim</a:t>
              </a:r>
              <a:r>
                <a:rPr lang="en-US" sz="2000" dirty="0"/>
                <a:t> ad minim </a:t>
              </a:r>
              <a:r>
                <a:rPr lang="en-US" sz="2000" dirty="0" err="1"/>
                <a:t>veniam</a:t>
              </a:r>
              <a:r>
                <a:rPr lang="en-US" sz="2000" dirty="0"/>
                <a:t>, </a:t>
              </a:r>
              <a:r>
                <a:rPr lang="en-US" sz="2000" dirty="0" err="1"/>
                <a:t>quis</a:t>
              </a:r>
              <a:r>
                <a:rPr lang="en-US" sz="2000" dirty="0"/>
                <a:t> </a:t>
              </a:r>
              <a:r>
                <a:rPr lang="en-US" sz="2000" dirty="0" err="1"/>
                <a:t>nostrud</a:t>
              </a:r>
              <a:r>
                <a:rPr lang="en-US" sz="2000" dirty="0"/>
                <a:t> exercitation </a:t>
              </a:r>
              <a:r>
                <a:rPr lang="en-US" sz="2000" dirty="0" err="1"/>
                <a:t>ullamco</a:t>
              </a:r>
              <a:r>
                <a:rPr lang="en-US" sz="2000" dirty="0"/>
                <a:t> </a:t>
              </a:r>
              <a:r>
                <a:rPr lang="en-US" sz="2000" dirty="0" err="1"/>
                <a:t>laboris</a:t>
              </a:r>
              <a:r>
                <a:rPr lang="en-US" sz="2000" dirty="0"/>
                <a:t> nisi </a:t>
              </a:r>
              <a:r>
                <a:rPr lang="en-US" sz="2000" dirty="0" err="1"/>
                <a:t>ut</a:t>
              </a:r>
              <a:r>
                <a:rPr lang="en-US" sz="2000" dirty="0"/>
                <a:t> </a:t>
              </a:r>
              <a:r>
                <a:rPr lang="en-US" sz="2000" dirty="0" err="1"/>
                <a:t>aliquip</a:t>
              </a:r>
              <a:r>
                <a:rPr lang="en-US" sz="2000" dirty="0"/>
                <a:t> ex </a:t>
              </a:r>
              <a:r>
                <a:rPr lang="en-US" sz="2000" dirty="0" err="1"/>
                <a:t>ea</a:t>
              </a:r>
              <a:r>
                <a:rPr lang="en-US" sz="2000" dirty="0"/>
                <a:t> </a:t>
              </a:r>
              <a:r>
                <a:rPr lang="en-US" sz="2000" dirty="0" err="1"/>
                <a:t>commodo</a:t>
              </a:r>
              <a:r>
                <a:rPr lang="en-US" sz="2000" dirty="0"/>
                <a:t> </a:t>
              </a:r>
              <a:r>
                <a:rPr lang="en-US" sz="2000" dirty="0" err="1"/>
                <a:t>consequat</a:t>
              </a:r>
              <a:r>
                <a:rPr lang="en-US" sz="2000" dirty="0"/>
                <a:t>.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0D43148-3271-DA94-99A9-EF5C82A0B83D}"/>
              </a:ext>
            </a:extLst>
          </p:cNvPr>
          <p:cNvGrpSpPr/>
          <p:nvPr/>
        </p:nvGrpSpPr>
        <p:grpSpPr>
          <a:xfrm>
            <a:off x="39427023" y="5569902"/>
            <a:ext cx="11521440" cy="15857835"/>
            <a:chOff x="39542936" y="5569902"/>
            <a:chExt cx="11521440" cy="15857835"/>
          </a:xfrm>
        </p:grpSpPr>
        <p:sp>
          <p:nvSpPr>
            <p:cNvPr id="118" name="Rounded Rectangle 126">
              <a:extLst>
                <a:ext uri="{FF2B5EF4-FFF2-40B4-BE49-F238E27FC236}">
                  <a16:creationId xmlns:a16="http://schemas.microsoft.com/office/drawing/2014/main" id="{EE18CB82-FA45-FAB1-0139-605CC1981D90}"/>
                </a:ext>
              </a:extLst>
            </p:cNvPr>
            <p:cNvSpPr/>
            <p:nvPr/>
          </p:nvSpPr>
          <p:spPr>
            <a:xfrm>
              <a:off x="39542936" y="5992687"/>
              <a:ext cx="11521440" cy="15435050"/>
            </a:xfrm>
            <a:prstGeom prst="roundRect">
              <a:avLst>
                <a:gd name="adj" fmla="val 3778"/>
              </a:avLst>
            </a:prstGeom>
            <a:noFill/>
            <a:ln w="57150">
              <a:gradFill>
                <a:gsLst>
                  <a:gs pos="1000">
                    <a:schemeClr val="accent6">
                      <a:lumMod val="50000"/>
                    </a:schemeClr>
                  </a:gs>
                  <a:gs pos="100000">
                    <a:srgbClr val="989BA6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/>
            </a:p>
          </p:txBody>
        </p:sp>
        <p:sp>
          <p:nvSpPr>
            <p:cNvPr id="120" name="Rounded Rectangle 129">
              <a:extLst>
                <a:ext uri="{FF2B5EF4-FFF2-40B4-BE49-F238E27FC236}">
                  <a16:creationId xmlns:a16="http://schemas.microsoft.com/office/drawing/2014/main" id="{D1A04F9C-3430-99C9-A662-7DDC72E951F6}"/>
                </a:ext>
              </a:extLst>
            </p:cNvPr>
            <p:cNvSpPr/>
            <p:nvPr/>
          </p:nvSpPr>
          <p:spPr>
            <a:xfrm>
              <a:off x="42739151" y="5569902"/>
              <a:ext cx="5129011" cy="877824"/>
            </a:xfrm>
            <a:prstGeom prst="roundRect">
              <a:avLst/>
            </a:prstGeom>
            <a:solidFill>
              <a:srgbClr val="4B78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12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Section Header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1C83ACA-0A4B-2E0A-9ABA-63503CEB7A48}"/>
                </a:ext>
              </a:extLst>
            </p:cNvPr>
            <p:cNvSpPr txBox="1"/>
            <p:nvPr/>
          </p:nvSpPr>
          <p:spPr>
            <a:xfrm>
              <a:off x="40128421" y="6712942"/>
              <a:ext cx="10350471" cy="618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3600" dirty="0"/>
                <a:t>Lorem ipsum dolor sit </a:t>
              </a:r>
              <a:r>
                <a:rPr lang="en-US" sz="3600" dirty="0" err="1"/>
                <a:t>amet</a:t>
              </a:r>
              <a:r>
                <a:rPr lang="en-US" sz="3600" dirty="0"/>
                <a:t>, </a:t>
              </a:r>
              <a:r>
                <a:rPr lang="en-US" sz="3600" dirty="0" err="1"/>
                <a:t>consectetur</a:t>
              </a:r>
              <a:r>
                <a:rPr lang="en-US" sz="3600" dirty="0"/>
                <a:t> </a:t>
              </a:r>
              <a:r>
                <a:rPr lang="en-US" sz="3600" dirty="0" err="1"/>
                <a:t>adipiscing</a:t>
              </a:r>
              <a:r>
                <a:rPr lang="en-US" sz="3600" dirty="0"/>
                <a:t> </a:t>
              </a:r>
              <a:r>
                <a:rPr lang="en-US" sz="3600" dirty="0" err="1"/>
                <a:t>elit</a:t>
              </a:r>
              <a:r>
                <a:rPr lang="en-US" sz="3600" dirty="0"/>
                <a:t>, sed do </a:t>
              </a:r>
              <a:r>
                <a:rPr lang="en-US" sz="3600" dirty="0" err="1"/>
                <a:t>eiusmod</a:t>
              </a:r>
              <a:r>
                <a:rPr lang="en-US" sz="3600" dirty="0"/>
                <a:t> </a:t>
              </a:r>
              <a:r>
                <a:rPr lang="en-US" sz="3600" dirty="0" err="1"/>
                <a:t>tempor</a:t>
              </a:r>
              <a:r>
                <a:rPr lang="en-US" sz="3600" dirty="0"/>
                <a:t> </a:t>
              </a:r>
              <a:r>
                <a:rPr lang="en-US" sz="3600" dirty="0" err="1"/>
                <a:t>incididunt</a:t>
              </a:r>
              <a:r>
                <a:rPr lang="en-US" sz="3600" dirty="0"/>
                <a:t> </a:t>
              </a:r>
              <a:r>
                <a:rPr lang="en-US" sz="3600" dirty="0" err="1"/>
                <a:t>ut</a:t>
              </a:r>
              <a:r>
                <a:rPr lang="en-US" sz="3600" dirty="0"/>
                <a:t> labore et dolore magna </a:t>
              </a:r>
              <a:r>
                <a:rPr lang="en-US" sz="3600" dirty="0" err="1"/>
                <a:t>aliqua</a:t>
              </a:r>
              <a:r>
                <a:rPr lang="en-US" sz="3600" dirty="0"/>
                <a:t>. Ut </a:t>
              </a:r>
              <a:r>
                <a:rPr lang="en-US" sz="3600" dirty="0" err="1"/>
                <a:t>enim</a:t>
              </a:r>
              <a:r>
                <a:rPr lang="en-US" sz="3600" dirty="0"/>
                <a:t> ad minim </a:t>
              </a:r>
              <a:r>
                <a:rPr lang="en-US" sz="3600" dirty="0" err="1"/>
                <a:t>veniam</a:t>
              </a:r>
              <a:r>
                <a:rPr lang="en-US" sz="3600" dirty="0"/>
                <a:t>, </a:t>
              </a:r>
              <a:r>
                <a:rPr lang="en-US" sz="3600" dirty="0" err="1"/>
                <a:t>quis</a:t>
              </a:r>
              <a:r>
                <a:rPr lang="en-US" sz="3600" dirty="0"/>
                <a:t> </a:t>
              </a:r>
              <a:r>
                <a:rPr lang="en-US" sz="3600" dirty="0" err="1"/>
                <a:t>nostrud</a:t>
              </a:r>
              <a:r>
                <a:rPr lang="en-US" sz="3600" dirty="0"/>
                <a:t> exercitation </a:t>
              </a:r>
              <a:r>
                <a:rPr lang="en-US" sz="3600" dirty="0" err="1"/>
                <a:t>ullamco</a:t>
              </a:r>
              <a:r>
                <a:rPr lang="en-US" sz="3600" dirty="0"/>
                <a:t> </a:t>
              </a:r>
              <a:r>
                <a:rPr lang="en-US" sz="3600" dirty="0" err="1"/>
                <a:t>laboris</a:t>
              </a:r>
              <a:r>
                <a:rPr lang="en-US" sz="3600" dirty="0"/>
                <a:t> nisi </a:t>
              </a:r>
              <a:r>
                <a:rPr lang="en-US" sz="3600" dirty="0" err="1"/>
                <a:t>ut</a:t>
              </a:r>
              <a:r>
                <a:rPr lang="en-US" sz="3600" dirty="0"/>
                <a:t> </a:t>
              </a:r>
              <a:r>
                <a:rPr lang="en-US" sz="3600" dirty="0" err="1"/>
                <a:t>aliquip</a:t>
              </a:r>
              <a:r>
                <a:rPr lang="en-US" sz="3600" dirty="0"/>
                <a:t> ex </a:t>
              </a:r>
              <a:r>
                <a:rPr lang="en-US" sz="3600" dirty="0" err="1"/>
                <a:t>ea</a:t>
              </a:r>
              <a:r>
                <a:rPr lang="en-US" sz="3600" dirty="0"/>
                <a:t> </a:t>
              </a:r>
              <a:r>
                <a:rPr lang="en-US" sz="3600" dirty="0" err="1"/>
                <a:t>commodo</a:t>
              </a:r>
              <a:r>
                <a:rPr lang="en-US" sz="3600" dirty="0"/>
                <a:t> </a:t>
              </a:r>
              <a:r>
                <a:rPr lang="en-US" sz="3600" dirty="0" err="1"/>
                <a:t>consequat</a:t>
              </a:r>
              <a:r>
                <a:rPr lang="en-US" sz="3600" dirty="0"/>
                <a:t>. Duis </a:t>
              </a:r>
              <a:r>
                <a:rPr lang="en-US" sz="3600" dirty="0" err="1"/>
                <a:t>aute</a:t>
              </a:r>
              <a:r>
                <a:rPr lang="en-US" sz="3600" dirty="0"/>
                <a:t> </a:t>
              </a:r>
              <a:r>
                <a:rPr lang="en-US" sz="3600" dirty="0" err="1"/>
                <a:t>irure</a:t>
              </a:r>
              <a:r>
                <a:rPr lang="en-US" sz="3600" dirty="0"/>
                <a:t> dolor in </a:t>
              </a:r>
              <a:r>
                <a:rPr lang="en-US" sz="3600" dirty="0" err="1"/>
                <a:t>reprehenderit</a:t>
              </a:r>
              <a:r>
                <a:rPr lang="en-US" sz="3600" dirty="0"/>
                <a:t> in </a:t>
              </a:r>
              <a:r>
                <a:rPr lang="en-US" sz="3600" dirty="0" err="1"/>
                <a:t>voluptate</a:t>
              </a:r>
              <a:r>
                <a:rPr lang="en-US" sz="3600" dirty="0"/>
                <a:t> </a:t>
              </a:r>
              <a:r>
                <a:rPr lang="en-US" sz="3600" dirty="0" err="1"/>
                <a:t>velit</a:t>
              </a:r>
              <a:r>
                <a:rPr lang="en-US" sz="3600" dirty="0"/>
                <a:t> </a:t>
              </a:r>
              <a:r>
                <a:rPr lang="en-US" sz="3600" dirty="0" err="1"/>
                <a:t>esse</a:t>
              </a:r>
              <a:r>
                <a:rPr lang="en-US" sz="3600" dirty="0"/>
                <a:t> </a:t>
              </a:r>
              <a:r>
                <a:rPr lang="en-US" sz="3600" dirty="0" err="1"/>
                <a:t>cillum</a:t>
              </a:r>
              <a:r>
                <a:rPr lang="en-US" sz="3600" dirty="0"/>
                <a:t> dolore </a:t>
              </a:r>
              <a:r>
                <a:rPr lang="en-US" sz="3600" dirty="0" err="1"/>
                <a:t>eu</a:t>
              </a:r>
              <a:r>
                <a:rPr lang="en-US" sz="3600" dirty="0"/>
                <a:t> </a:t>
              </a:r>
              <a:r>
                <a:rPr lang="en-US" sz="3600" dirty="0" err="1"/>
                <a:t>fugiat</a:t>
              </a:r>
              <a:r>
                <a:rPr lang="en-US" sz="3600" dirty="0"/>
                <a:t> </a:t>
              </a:r>
              <a:r>
                <a:rPr lang="en-US" sz="3600" dirty="0" err="1"/>
                <a:t>nulla</a:t>
              </a:r>
              <a:r>
                <a:rPr lang="en-US" sz="3600" dirty="0"/>
                <a:t> </a:t>
              </a:r>
              <a:r>
                <a:rPr lang="en-US" sz="3600" dirty="0" err="1"/>
                <a:t>pariatur</a:t>
              </a:r>
              <a:r>
                <a:rPr lang="en-US" sz="3600" dirty="0"/>
                <a:t>. </a:t>
              </a:r>
              <a:r>
                <a:rPr lang="en-US" sz="3600" dirty="0" err="1"/>
                <a:t>Excepteur</a:t>
              </a:r>
              <a:r>
                <a:rPr lang="en-US" sz="3600" dirty="0"/>
                <a:t> </a:t>
              </a:r>
              <a:r>
                <a:rPr lang="en-US" sz="3600" dirty="0" err="1"/>
                <a:t>sint</a:t>
              </a:r>
              <a:r>
                <a:rPr lang="en-US" sz="3600" dirty="0"/>
                <a:t> </a:t>
              </a:r>
              <a:r>
                <a:rPr lang="en-US" sz="3600" dirty="0" err="1"/>
                <a:t>occaecat</a:t>
              </a:r>
              <a:r>
                <a:rPr lang="en-US" sz="3600" dirty="0"/>
                <a:t> </a:t>
              </a:r>
              <a:r>
                <a:rPr lang="en-US" sz="3600" dirty="0" err="1"/>
                <a:t>cupidatat</a:t>
              </a:r>
              <a:r>
                <a:rPr lang="en-US" sz="3600" dirty="0"/>
                <a:t> non </a:t>
              </a:r>
              <a:r>
                <a:rPr lang="en-US" sz="3600" dirty="0" err="1"/>
                <a:t>proident</a:t>
              </a:r>
              <a:r>
                <a:rPr lang="en-US" sz="3600" dirty="0"/>
                <a:t>, sunt in culpa qui </a:t>
              </a:r>
              <a:r>
                <a:rPr lang="en-US" sz="3600" dirty="0" err="1"/>
                <a:t>officia</a:t>
              </a:r>
              <a:r>
                <a:rPr lang="en-US" sz="3600" dirty="0"/>
                <a:t> </a:t>
              </a:r>
              <a:r>
                <a:rPr lang="en-US" sz="3600" dirty="0" err="1"/>
                <a:t>deserunt</a:t>
              </a:r>
              <a:r>
                <a:rPr lang="en-US" sz="3600" dirty="0"/>
                <a:t> </a:t>
              </a:r>
              <a:r>
                <a:rPr lang="en-US" sz="3600" dirty="0" err="1"/>
                <a:t>mollit</a:t>
              </a:r>
              <a:r>
                <a:rPr lang="en-US" sz="3600" dirty="0"/>
                <a:t> </a:t>
              </a:r>
              <a:r>
                <a:rPr lang="en-US" sz="3600" dirty="0" err="1"/>
                <a:t>anim</a:t>
              </a:r>
              <a:r>
                <a:rPr lang="en-US" sz="3600" dirty="0"/>
                <a:t> id </a:t>
              </a:r>
              <a:r>
                <a:rPr lang="en-US" sz="3600" dirty="0" err="1"/>
                <a:t>est</a:t>
              </a:r>
              <a:r>
                <a:rPr lang="en-US" sz="3600" dirty="0"/>
                <a:t> </a:t>
              </a:r>
              <a:r>
                <a:rPr lang="en-US" sz="3600" dirty="0" err="1"/>
                <a:t>laborum</a:t>
              </a:r>
              <a:r>
                <a:rPr lang="en-US" sz="3600" dirty="0"/>
                <a:t>.</a:t>
              </a:r>
            </a:p>
            <a:p>
              <a:pPr algn="just"/>
              <a:endParaRPr lang="en-US" sz="3600" dirty="0"/>
            </a:p>
            <a:p>
              <a:pPr algn="just"/>
              <a:endParaRPr lang="en-US" sz="3600" dirty="0"/>
            </a:p>
          </p:txBody>
        </p:sp>
        <p:sp>
          <p:nvSpPr>
            <p:cNvPr id="129" name="Rounded Rectangle 104">
              <a:extLst>
                <a:ext uri="{FF2B5EF4-FFF2-40B4-BE49-F238E27FC236}">
                  <a16:creationId xmlns:a16="http://schemas.microsoft.com/office/drawing/2014/main" id="{BB78708D-FD7B-DB9B-E5C1-42843120CAE9}"/>
                </a:ext>
              </a:extLst>
            </p:cNvPr>
            <p:cNvSpPr/>
            <p:nvPr/>
          </p:nvSpPr>
          <p:spPr>
            <a:xfrm>
              <a:off x="40214512" y="14468758"/>
              <a:ext cx="10178289" cy="4814899"/>
            </a:xfrm>
            <a:prstGeom prst="roundRect">
              <a:avLst>
                <a:gd name="adj" fmla="val 2869"/>
              </a:avLst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504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FD142A-873B-0BBA-941E-81A7A018A86A}"/>
                </a:ext>
              </a:extLst>
            </p:cNvPr>
            <p:cNvSpPr txBox="1"/>
            <p:nvPr/>
          </p:nvSpPr>
          <p:spPr>
            <a:xfrm>
              <a:off x="40128421" y="19634025"/>
              <a:ext cx="103504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dirty="0"/>
                <a:t>Lorem ipsum dolor sit </a:t>
              </a:r>
              <a:r>
                <a:rPr lang="en-US" sz="2400" dirty="0" err="1"/>
                <a:t>amet</a:t>
              </a:r>
              <a:r>
                <a:rPr lang="en-US" sz="2400" dirty="0"/>
                <a:t>, </a:t>
              </a:r>
              <a:r>
                <a:rPr lang="en-US" sz="2400" dirty="0" err="1"/>
                <a:t>consectetur</a:t>
              </a:r>
              <a:r>
                <a:rPr lang="en-US" sz="2400" dirty="0"/>
                <a:t> </a:t>
              </a:r>
              <a:r>
                <a:rPr lang="en-US" sz="2400" dirty="0" err="1"/>
                <a:t>adipiscing</a:t>
              </a:r>
              <a:r>
                <a:rPr lang="en-US" sz="2400" dirty="0"/>
                <a:t> </a:t>
              </a:r>
              <a:r>
                <a:rPr lang="en-US" sz="2400" dirty="0" err="1"/>
                <a:t>elit</a:t>
              </a:r>
              <a:r>
                <a:rPr lang="en-US" sz="2400" dirty="0"/>
                <a:t>, sed do </a:t>
              </a:r>
              <a:r>
                <a:rPr lang="en-US" sz="2400" dirty="0" err="1"/>
                <a:t>eiusmod</a:t>
              </a:r>
              <a:r>
                <a:rPr lang="en-US" sz="2400" dirty="0"/>
                <a:t> </a:t>
              </a:r>
              <a:r>
                <a:rPr lang="en-US" sz="2400" dirty="0" err="1"/>
                <a:t>tempor</a:t>
              </a:r>
              <a:r>
                <a:rPr lang="en-US" sz="2400" dirty="0"/>
                <a:t> </a:t>
              </a:r>
              <a:r>
                <a:rPr lang="en-US" sz="2400" dirty="0" err="1"/>
                <a:t>incididunt</a:t>
              </a:r>
              <a:r>
                <a:rPr lang="en-US" sz="2400" dirty="0"/>
                <a:t> </a:t>
              </a:r>
              <a:r>
                <a:rPr lang="en-US" sz="2400" dirty="0" err="1"/>
                <a:t>ut</a:t>
              </a:r>
              <a:r>
                <a:rPr lang="en-US" sz="2400" dirty="0"/>
                <a:t> labore et dolore magna </a:t>
              </a:r>
              <a:r>
                <a:rPr lang="en-US" sz="2400" dirty="0" err="1"/>
                <a:t>aliqua</a:t>
              </a:r>
              <a:r>
                <a:rPr lang="en-US" sz="2400" dirty="0"/>
                <a:t>. Ut </a:t>
              </a:r>
              <a:r>
                <a:rPr lang="en-US" sz="2400" dirty="0" err="1"/>
                <a:t>enim</a:t>
              </a:r>
              <a:r>
                <a:rPr lang="en-US" sz="2400" dirty="0"/>
                <a:t> ad minim </a:t>
              </a:r>
              <a:r>
                <a:rPr lang="en-US" sz="2400" dirty="0" err="1"/>
                <a:t>veniam</a:t>
              </a:r>
              <a:r>
                <a:rPr lang="en-US" sz="2400" dirty="0"/>
                <a:t>, </a:t>
              </a:r>
              <a:r>
                <a:rPr lang="en-US" sz="2400" dirty="0" err="1"/>
                <a:t>quis</a:t>
              </a:r>
              <a:r>
                <a:rPr lang="en-US" sz="2400" dirty="0"/>
                <a:t> </a:t>
              </a:r>
              <a:r>
                <a:rPr lang="en-US" sz="2400" dirty="0" err="1"/>
                <a:t>nostrud</a:t>
              </a:r>
              <a:r>
                <a:rPr lang="en-US" sz="2400" dirty="0"/>
                <a:t> exercitation </a:t>
              </a:r>
              <a:r>
                <a:rPr lang="en-US" sz="2400" dirty="0" err="1"/>
                <a:t>ullamco</a:t>
              </a:r>
              <a:r>
                <a:rPr lang="en-US" sz="2400" dirty="0"/>
                <a:t> </a:t>
              </a:r>
              <a:r>
                <a:rPr lang="en-US" sz="2400" dirty="0" err="1"/>
                <a:t>laboris</a:t>
              </a:r>
              <a:r>
                <a:rPr lang="en-US" sz="2400" dirty="0"/>
                <a:t> nisi </a:t>
              </a:r>
              <a:r>
                <a:rPr lang="en-US" sz="2400" dirty="0" err="1"/>
                <a:t>ut</a:t>
              </a:r>
              <a:r>
                <a:rPr lang="en-US" sz="2400" dirty="0"/>
                <a:t> </a:t>
              </a:r>
              <a:r>
                <a:rPr lang="en-US" sz="2400" dirty="0" err="1"/>
                <a:t>aliquip</a:t>
              </a:r>
              <a:r>
                <a:rPr lang="en-US" sz="2400" dirty="0"/>
                <a:t> ex </a:t>
              </a:r>
              <a:r>
                <a:rPr lang="en-US" sz="2400" dirty="0" err="1"/>
                <a:t>ea</a:t>
              </a:r>
              <a:r>
                <a:rPr lang="en-US" sz="2400" dirty="0"/>
                <a:t> </a:t>
              </a:r>
              <a:r>
                <a:rPr lang="en-US" sz="2400" dirty="0" err="1"/>
                <a:t>commodo</a:t>
              </a:r>
              <a:r>
                <a:rPr lang="en-US" sz="2400" dirty="0"/>
                <a:t> </a:t>
              </a:r>
              <a:r>
                <a:rPr lang="en-US" sz="2400" dirty="0" err="1"/>
                <a:t>consequat</a:t>
              </a:r>
              <a:r>
                <a:rPr lang="en-US" sz="2400" dirty="0"/>
                <a:t>.</a:t>
              </a:r>
              <a:endParaRPr lang="en-US" sz="2241" dirty="0"/>
            </a:p>
          </p:txBody>
        </p:sp>
        <p:pic>
          <p:nvPicPr>
            <p:cNvPr id="132" name="Graphic 131" descr="Images with solid fill">
              <a:extLst>
                <a:ext uri="{FF2B5EF4-FFF2-40B4-BE49-F238E27FC236}">
                  <a16:creationId xmlns:a16="http://schemas.microsoft.com/office/drawing/2014/main" id="{BE80F1FD-938D-BDFB-B444-9CE9D271F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624260" y="14637043"/>
              <a:ext cx="4572525" cy="4572525"/>
            </a:xfrm>
            <a:prstGeom prst="rect">
              <a:avLst/>
            </a:prstGeom>
          </p:spPr>
        </p:pic>
        <p:pic>
          <p:nvPicPr>
            <p:cNvPr id="133" name="Graphic 132" descr="Images with solid fill">
              <a:extLst>
                <a:ext uri="{FF2B5EF4-FFF2-40B4-BE49-F238E27FC236}">
                  <a16:creationId xmlns:a16="http://schemas.microsoft.com/office/drawing/2014/main" id="{0BA2EE98-5149-C482-126E-B853DB007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5685002" y="14527409"/>
              <a:ext cx="4572525" cy="4572525"/>
            </a:xfrm>
            <a:prstGeom prst="rect">
              <a:avLst/>
            </a:prstGeom>
          </p:spPr>
        </p:pic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56C4E19-7A16-320D-18D6-1076755BE16F}"/>
              </a:ext>
            </a:extLst>
          </p:cNvPr>
          <p:cNvGrpSpPr/>
          <p:nvPr/>
        </p:nvGrpSpPr>
        <p:grpSpPr>
          <a:xfrm>
            <a:off x="12637744" y="5569902"/>
            <a:ext cx="12801600" cy="22386691"/>
            <a:chOff x="12637744" y="5666803"/>
            <a:chExt cx="12801600" cy="22386691"/>
          </a:xfrm>
        </p:grpSpPr>
        <p:sp>
          <p:nvSpPr>
            <p:cNvPr id="25" name="Rounded Rectangle 24"/>
            <p:cNvSpPr/>
            <p:nvPr/>
          </p:nvSpPr>
          <p:spPr>
            <a:xfrm>
              <a:off x="12637744" y="6029487"/>
              <a:ext cx="12801600" cy="22024007"/>
            </a:xfrm>
            <a:prstGeom prst="roundRect">
              <a:avLst>
                <a:gd name="adj" fmla="val 2434"/>
              </a:avLst>
            </a:prstGeom>
            <a:noFill/>
            <a:ln w="57150">
              <a:gradFill>
                <a:gsLst>
                  <a:gs pos="1000">
                    <a:schemeClr val="accent6">
                      <a:lumMod val="50000"/>
                    </a:schemeClr>
                  </a:gs>
                  <a:gs pos="100000">
                    <a:srgbClr val="989BA6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63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4449250" y="5666803"/>
              <a:ext cx="9178588" cy="768096"/>
            </a:xfrm>
            <a:prstGeom prst="roundRect">
              <a:avLst/>
            </a:prstGeom>
            <a:solidFill>
              <a:srgbClr val="4B78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Section Header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2909254" y="6659710"/>
              <a:ext cx="12258580" cy="21027073"/>
            </a:xfrm>
            <a:prstGeom prst="roundRect">
              <a:avLst>
                <a:gd name="adj" fmla="val 2298"/>
              </a:avLst>
            </a:prstGeom>
            <a:solidFill>
              <a:srgbClr val="A2955A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63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D663047-226B-9341-1BD8-CC22CADE6F5F}"/>
                </a:ext>
              </a:extLst>
            </p:cNvPr>
            <p:cNvSpPr txBox="1"/>
            <p:nvPr/>
          </p:nvSpPr>
          <p:spPr>
            <a:xfrm>
              <a:off x="13282579" y="6961730"/>
              <a:ext cx="11511931" cy="3539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3200" dirty="0"/>
                <a:t>Lorem ipsum dolor sit </a:t>
              </a:r>
              <a:r>
                <a:rPr lang="en-US" sz="3200" dirty="0" err="1"/>
                <a:t>amet</a:t>
              </a:r>
              <a:r>
                <a:rPr lang="en-US" sz="3200" dirty="0"/>
                <a:t>, </a:t>
              </a:r>
              <a:r>
                <a:rPr lang="en-US" sz="3200" dirty="0" err="1"/>
                <a:t>consectetur</a:t>
              </a:r>
              <a:r>
                <a:rPr lang="en-US" sz="3200" dirty="0"/>
                <a:t> </a:t>
              </a:r>
              <a:r>
                <a:rPr lang="en-US" sz="3200" dirty="0" err="1"/>
                <a:t>adipiscing</a:t>
              </a:r>
              <a:r>
                <a:rPr lang="en-US" sz="3200" dirty="0"/>
                <a:t> </a:t>
              </a:r>
              <a:r>
                <a:rPr lang="en-US" sz="3200" dirty="0" err="1"/>
                <a:t>elit</a:t>
              </a:r>
              <a:r>
                <a:rPr lang="en-US" sz="3200" dirty="0"/>
                <a:t>, sed do </a:t>
              </a:r>
              <a:r>
                <a:rPr lang="en-US" sz="3200" dirty="0" err="1"/>
                <a:t>eiusmod</a:t>
              </a:r>
              <a:r>
                <a:rPr lang="en-US" sz="3200" dirty="0"/>
                <a:t> </a:t>
              </a:r>
              <a:r>
                <a:rPr lang="en-US" sz="3200" dirty="0" err="1"/>
                <a:t>tempor</a:t>
              </a:r>
              <a:r>
                <a:rPr lang="en-US" sz="3200" dirty="0"/>
                <a:t> </a:t>
              </a:r>
              <a:r>
                <a:rPr lang="en-US" sz="3200" dirty="0" err="1"/>
                <a:t>incididunt</a:t>
              </a:r>
              <a:r>
                <a:rPr lang="en-US" sz="3200" dirty="0"/>
                <a:t> </a:t>
              </a:r>
              <a:r>
                <a:rPr lang="en-US" sz="3200" dirty="0" err="1"/>
                <a:t>ut</a:t>
              </a:r>
              <a:r>
                <a:rPr lang="en-US" sz="3200" dirty="0"/>
                <a:t> labore et dolore magna </a:t>
              </a:r>
              <a:r>
                <a:rPr lang="en-US" sz="3200" dirty="0" err="1"/>
                <a:t>aliqua</a:t>
              </a:r>
              <a:r>
                <a:rPr lang="en-US" sz="3200" dirty="0"/>
                <a:t>. Ut </a:t>
              </a:r>
              <a:r>
                <a:rPr lang="en-US" sz="3200" dirty="0" err="1"/>
                <a:t>enim</a:t>
              </a:r>
              <a:r>
                <a:rPr lang="en-US" sz="3200" dirty="0"/>
                <a:t> ad minim </a:t>
              </a:r>
              <a:r>
                <a:rPr lang="en-US" sz="3200" dirty="0" err="1"/>
                <a:t>veniam</a:t>
              </a:r>
              <a:r>
                <a:rPr lang="en-US" sz="3200" dirty="0"/>
                <a:t>, </a:t>
              </a:r>
              <a:r>
                <a:rPr lang="en-US" sz="3200" dirty="0" err="1"/>
                <a:t>quis</a:t>
              </a:r>
              <a:r>
                <a:rPr lang="en-US" sz="3200" dirty="0"/>
                <a:t> </a:t>
              </a:r>
              <a:r>
                <a:rPr lang="en-US" sz="3200" dirty="0" err="1"/>
                <a:t>nostrud</a:t>
              </a:r>
              <a:r>
                <a:rPr lang="en-US" sz="3200" dirty="0"/>
                <a:t> exercitation </a:t>
              </a:r>
              <a:r>
                <a:rPr lang="en-US" sz="3200" dirty="0" err="1"/>
                <a:t>ullamco</a:t>
              </a:r>
              <a:r>
                <a:rPr lang="en-US" sz="3200" dirty="0"/>
                <a:t> </a:t>
              </a:r>
              <a:r>
                <a:rPr lang="en-US" sz="3200" dirty="0" err="1"/>
                <a:t>laboris</a:t>
              </a:r>
              <a:r>
                <a:rPr lang="en-US" sz="3200" dirty="0"/>
                <a:t> nisi </a:t>
              </a:r>
              <a:r>
                <a:rPr lang="en-US" sz="3200" dirty="0" err="1"/>
                <a:t>ut</a:t>
              </a:r>
              <a:r>
                <a:rPr lang="en-US" sz="3200" dirty="0"/>
                <a:t> </a:t>
              </a:r>
              <a:r>
                <a:rPr lang="en-US" sz="3200" dirty="0" err="1"/>
                <a:t>aliquip</a:t>
              </a:r>
              <a:r>
                <a:rPr lang="en-US" sz="3200" dirty="0"/>
                <a:t> ex </a:t>
              </a:r>
              <a:r>
                <a:rPr lang="en-US" sz="3200" dirty="0" err="1"/>
                <a:t>ea</a:t>
              </a:r>
              <a:r>
                <a:rPr lang="en-US" sz="3200" dirty="0"/>
                <a:t> </a:t>
              </a:r>
              <a:r>
                <a:rPr lang="en-US" sz="3200" dirty="0" err="1"/>
                <a:t>commodo</a:t>
              </a:r>
              <a:r>
                <a:rPr lang="en-US" sz="3200" dirty="0"/>
                <a:t> </a:t>
              </a:r>
              <a:r>
                <a:rPr lang="en-US" sz="3200" dirty="0" err="1"/>
                <a:t>consequat</a:t>
              </a:r>
              <a:r>
                <a:rPr lang="en-US" sz="3200" dirty="0"/>
                <a:t>. Duis </a:t>
              </a:r>
              <a:r>
                <a:rPr lang="en-US" sz="3200" dirty="0" err="1"/>
                <a:t>aute</a:t>
              </a:r>
              <a:r>
                <a:rPr lang="en-US" sz="3200" dirty="0"/>
                <a:t> </a:t>
              </a:r>
              <a:r>
                <a:rPr lang="en-US" sz="3200" dirty="0" err="1"/>
                <a:t>irure</a:t>
              </a:r>
              <a:r>
                <a:rPr lang="en-US" sz="3200" dirty="0"/>
                <a:t> dolor in </a:t>
              </a:r>
              <a:r>
                <a:rPr lang="en-US" sz="3200" dirty="0" err="1"/>
                <a:t>reprehenderit</a:t>
              </a:r>
              <a:r>
                <a:rPr lang="en-US" sz="3200" dirty="0"/>
                <a:t> in </a:t>
              </a:r>
              <a:r>
                <a:rPr lang="en-US" sz="3200" dirty="0" err="1"/>
                <a:t>voluptate</a:t>
              </a:r>
              <a:r>
                <a:rPr lang="en-US" sz="3200" dirty="0"/>
                <a:t> </a:t>
              </a:r>
              <a:r>
                <a:rPr lang="en-US" sz="3200" dirty="0" err="1"/>
                <a:t>velit</a:t>
              </a:r>
              <a:r>
                <a:rPr lang="en-US" sz="3200" dirty="0"/>
                <a:t> </a:t>
              </a:r>
              <a:r>
                <a:rPr lang="en-US" sz="3200" dirty="0" err="1"/>
                <a:t>esse</a:t>
              </a:r>
              <a:r>
                <a:rPr lang="en-US" sz="3200" dirty="0"/>
                <a:t> </a:t>
              </a:r>
              <a:r>
                <a:rPr lang="en-US" sz="3200" dirty="0" err="1"/>
                <a:t>cillum</a:t>
              </a:r>
              <a:r>
                <a:rPr lang="en-US" sz="3200" dirty="0"/>
                <a:t> dolore </a:t>
              </a:r>
              <a:r>
                <a:rPr lang="en-US" sz="3200" dirty="0" err="1"/>
                <a:t>eu</a:t>
              </a:r>
              <a:r>
                <a:rPr lang="en-US" sz="3200" dirty="0"/>
                <a:t> </a:t>
              </a:r>
              <a:r>
                <a:rPr lang="en-US" sz="3200" dirty="0" err="1"/>
                <a:t>fugiat</a:t>
              </a:r>
              <a:r>
                <a:rPr lang="en-US" sz="3200" dirty="0"/>
                <a:t> </a:t>
              </a:r>
              <a:r>
                <a:rPr lang="en-US" sz="3200" dirty="0" err="1"/>
                <a:t>nulla</a:t>
              </a:r>
              <a:r>
                <a:rPr lang="en-US" sz="3200" dirty="0"/>
                <a:t> </a:t>
              </a:r>
              <a:r>
                <a:rPr lang="en-US" sz="3200" dirty="0" err="1"/>
                <a:t>pariatur</a:t>
              </a:r>
              <a:r>
                <a:rPr lang="en-US" sz="3200" dirty="0"/>
                <a:t>. </a:t>
              </a:r>
              <a:r>
                <a:rPr lang="en-US" sz="3200" dirty="0" err="1"/>
                <a:t>Excepteur</a:t>
              </a:r>
              <a:r>
                <a:rPr lang="en-US" sz="3200" dirty="0"/>
                <a:t> </a:t>
              </a:r>
              <a:r>
                <a:rPr lang="en-US" sz="3200" dirty="0" err="1"/>
                <a:t>sint</a:t>
              </a:r>
              <a:r>
                <a:rPr lang="en-US" sz="3200" dirty="0"/>
                <a:t> </a:t>
              </a:r>
              <a:r>
                <a:rPr lang="en-US" sz="3200" dirty="0" err="1"/>
                <a:t>occaecat</a:t>
              </a:r>
              <a:r>
                <a:rPr lang="en-US" sz="3200" dirty="0"/>
                <a:t> </a:t>
              </a:r>
              <a:r>
                <a:rPr lang="en-US" sz="3200" dirty="0" err="1"/>
                <a:t>cupidatat</a:t>
              </a:r>
              <a:r>
                <a:rPr lang="en-US" sz="3200" dirty="0"/>
                <a:t> non </a:t>
              </a:r>
              <a:r>
                <a:rPr lang="en-US" sz="3200" dirty="0" err="1"/>
                <a:t>proident</a:t>
              </a:r>
              <a:r>
                <a:rPr lang="en-US" sz="3200" dirty="0"/>
                <a:t>, sunt in culpa qui </a:t>
              </a:r>
              <a:r>
                <a:rPr lang="en-US" sz="3200" dirty="0" err="1"/>
                <a:t>officia</a:t>
              </a:r>
              <a:r>
                <a:rPr lang="en-US" sz="3200" dirty="0"/>
                <a:t> </a:t>
              </a:r>
              <a:r>
                <a:rPr lang="en-US" sz="3200" dirty="0" err="1"/>
                <a:t>deserunt</a:t>
              </a:r>
              <a:r>
                <a:rPr lang="en-US" sz="3200" dirty="0"/>
                <a:t> </a:t>
              </a:r>
              <a:r>
                <a:rPr lang="en-US" sz="3200" dirty="0" err="1"/>
                <a:t>mollit</a:t>
              </a:r>
              <a:r>
                <a:rPr lang="en-US" sz="3200" dirty="0"/>
                <a:t> </a:t>
              </a:r>
              <a:r>
                <a:rPr lang="en-US" sz="3200" dirty="0" err="1"/>
                <a:t>anim</a:t>
              </a:r>
              <a:r>
                <a:rPr lang="en-US" sz="3200" dirty="0"/>
                <a:t> id </a:t>
              </a:r>
              <a:r>
                <a:rPr lang="en-US" sz="3200" dirty="0" err="1"/>
                <a:t>est</a:t>
              </a:r>
              <a:r>
                <a:rPr lang="en-US" sz="3200" dirty="0"/>
                <a:t> </a:t>
              </a:r>
              <a:r>
                <a:rPr lang="en-US" sz="3200" dirty="0" err="1"/>
                <a:t>laborum</a:t>
              </a:r>
              <a:r>
                <a:rPr lang="en-US" sz="3200" dirty="0"/>
                <a:t>.</a:t>
              </a: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E015525C-8E7E-94C4-0168-488FE48653F1}"/>
                </a:ext>
              </a:extLst>
            </p:cNvPr>
            <p:cNvGrpSpPr/>
            <p:nvPr/>
          </p:nvGrpSpPr>
          <p:grpSpPr>
            <a:xfrm>
              <a:off x="13282578" y="11631913"/>
              <a:ext cx="11511932" cy="7256642"/>
              <a:chOff x="13259177" y="11631913"/>
              <a:chExt cx="11511932" cy="7256642"/>
            </a:xfrm>
          </p:grpSpPr>
          <p:sp>
            <p:nvSpPr>
              <p:cNvPr id="143" name="Rounded Rectangle 104">
                <a:extLst>
                  <a:ext uri="{FF2B5EF4-FFF2-40B4-BE49-F238E27FC236}">
                    <a16:creationId xmlns:a16="http://schemas.microsoft.com/office/drawing/2014/main" id="{AFDCB40F-C415-3F04-398B-D5A934B6D9E7}"/>
                  </a:ext>
                </a:extLst>
              </p:cNvPr>
              <p:cNvSpPr/>
              <p:nvPr/>
            </p:nvSpPr>
            <p:spPr>
              <a:xfrm>
                <a:off x="13259177" y="11631913"/>
                <a:ext cx="11511932" cy="7256642"/>
              </a:xfrm>
              <a:prstGeom prst="roundRect">
                <a:avLst>
                  <a:gd name="adj" fmla="val 2869"/>
                </a:avLst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5040" dirty="0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3A8DA890-8CA2-F507-71FD-51A39B1593A8}"/>
                  </a:ext>
                </a:extLst>
              </p:cNvPr>
              <p:cNvSpPr txBox="1"/>
              <p:nvPr/>
            </p:nvSpPr>
            <p:spPr>
              <a:xfrm>
                <a:off x="16238948" y="12102267"/>
                <a:ext cx="5552391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999" b="1" dirty="0"/>
                  <a:t>Photo Title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C4CC88C2-CE0A-25A6-5317-82475948B1DD}"/>
                  </a:ext>
                </a:extLst>
              </p:cNvPr>
              <p:cNvSpPr txBox="1"/>
              <p:nvPr/>
            </p:nvSpPr>
            <p:spPr>
              <a:xfrm>
                <a:off x="16529718" y="17791095"/>
                <a:ext cx="49708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Lorem ipsum dolor sit </a:t>
                </a:r>
                <a:r>
                  <a:rPr lang="en-US" sz="2400" dirty="0" err="1"/>
                  <a:t>amet</a:t>
                </a:r>
                <a:r>
                  <a:rPr lang="en-US" sz="2400" dirty="0"/>
                  <a:t>.</a:t>
                </a:r>
              </a:p>
            </p:txBody>
          </p:sp>
          <p:pic>
            <p:nvPicPr>
              <p:cNvPr id="146" name="Graphic 145" descr="Images with solid fill">
                <a:extLst>
                  <a:ext uri="{FF2B5EF4-FFF2-40B4-BE49-F238E27FC236}">
                    <a16:creationId xmlns:a16="http://schemas.microsoft.com/office/drawing/2014/main" id="{1E930C87-082D-3B5B-5A3B-9FEA3A6612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6312830" y="12609847"/>
                <a:ext cx="5404626" cy="5404626"/>
              </a:xfrm>
              <a:prstGeom prst="rect">
                <a:avLst/>
              </a:prstGeom>
            </p:spPr>
          </p:pic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A46D91DE-AA75-2785-83A5-18CC01B09FB4}"/>
                </a:ext>
              </a:extLst>
            </p:cNvPr>
            <p:cNvGrpSpPr/>
            <p:nvPr/>
          </p:nvGrpSpPr>
          <p:grpSpPr>
            <a:xfrm>
              <a:off x="13282578" y="19983723"/>
              <a:ext cx="11511932" cy="7256642"/>
              <a:chOff x="13259177" y="19983723"/>
              <a:chExt cx="11511932" cy="7256642"/>
            </a:xfrm>
          </p:grpSpPr>
          <p:sp>
            <p:nvSpPr>
              <p:cNvPr id="150" name="Rounded Rectangle 104">
                <a:extLst>
                  <a:ext uri="{FF2B5EF4-FFF2-40B4-BE49-F238E27FC236}">
                    <a16:creationId xmlns:a16="http://schemas.microsoft.com/office/drawing/2014/main" id="{501EE99F-3081-F8F4-60BA-215D7E93E144}"/>
                  </a:ext>
                </a:extLst>
              </p:cNvPr>
              <p:cNvSpPr/>
              <p:nvPr/>
            </p:nvSpPr>
            <p:spPr>
              <a:xfrm>
                <a:off x="13259177" y="19983723"/>
                <a:ext cx="11511932" cy="7256642"/>
              </a:xfrm>
              <a:prstGeom prst="roundRect">
                <a:avLst>
                  <a:gd name="adj" fmla="val 2869"/>
                </a:avLst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5040" dirty="0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EE328D02-F8E1-EE6E-6672-100D24146D88}"/>
                  </a:ext>
                </a:extLst>
              </p:cNvPr>
              <p:cNvSpPr txBox="1"/>
              <p:nvPr/>
            </p:nvSpPr>
            <p:spPr>
              <a:xfrm>
                <a:off x="16238948" y="20454077"/>
                <a:ext cx="5552391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999" b="1" dirty="0"/>
                  <a:t>Photo Title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66EDE82F-F765-23F8-62A8-3CCBEE571EF7}"/>
                  </a:ext>
                </a:extLst>
              </p:cNvPr>
              <p:cNvSpPr txBox="1"/>
              <p:nvPr/>
            </p:nvSpPr>
            <p:spPr>
              <a:xfrm>
                <a:off x="16529718" y="26142905"/>
                <a:ext cx="49708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Lorem ipsum dolor sit </a:t>
                </a:r>
                <a:r>
                  <a:rPr lang="en-US" sz="2400" dirty="0" err="1"/>
                  <a:t>amet</a:t>
                </a:r>
                <a:r>
                  <a:rPr lang="en-US" sz="2400" dirty="0"/>
                  <a:t>.</a:t>
                </a:r>
              </a:p>
            </p:txBody>
          </p:sp>
          <p:pic>
            <p:nvPicPr>
              <p:cNvPr id="153" name="Graphic 152" descr="Images with solid fill">
                <a:extLst>
                  <a:ext uri="{FF2B5EF4-FFF2-40B4-BE49-F238E27FC236}">
                    <a16:creationId xmlns:a16="http://schemas.microsoft.com/office/drawing/2014/main" id="{BC1645E0-24FA-9A2F-9E7E-BBCC95CA08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6312830" y="20961657"/>
                <a:ext cx="5404626" cy="5404626"/>
              </a:xfrm>
              <a:prstGeom prst="rect">
                <a:avLst/>
              </a:prstGeom>
            </p:spPr>
          </p:pic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3CE2DE5-DEB3-4D14-B820-48CE7BBD0749}"/>
              </a:ext>
            </a:extLst>
          </p:cNvPr>
          <p:cNvGrpSpPr/>
          <p:nvPr/>
        </p:nvGrpSpPr>
        <p:grpSpPr>
          <a:xfrm>
            <a:off x="26032383" y="5569902"/>
            <a:ext cx="12801600" cy="22386691"/>
            <a:chOff x="26032383" y="5666803"/>
            <a:chExt cx="12801600" cy="22386691"/>
          </a:xfrm>
        </p:grpSpPr>
        <p:sp>
          <p:nvSpPr>
            <p:cNvPr id="2" name="Rounded Rectangle 24">
              <a:extLst>
                <a:ext uri="{FF2B5EF4-FFF2-40B4-BE49-F238E27FC236}">
                  <a16:creationId xmlns:a16="http://schemas.microsoft.com/office/drawing/2014/main" id="{B4F5C4F9-280D-F4FF-1514-3111FF801C2E}"/>
                </a:ext>
              </a:extLst>
            </p:cNvPr>
            <p:cNvSpPr/>
            <p:nvPr/>
          </p:nvSpPr>
          <p:spPr>
            <a:xfrm>
              <a:off x="26032383" y="6029487"/>
              <a:ext cx="12801600" cy="22024007"/>
            </a:xfrm>
            <a:prstGeom prst="roundRect">
              <a:avLst>
                <a:gd name="adj" fmla="val 2434"/>
              </a:avLst>
            </a:prstGeom>
            <a:noFill/>
            <a:ln w="57150">
              <a:gradFill>
                <a:gsLst>
                  <a:gs pos="1000">
                    <a:schemeClr val="accent6">
                      <a:lumMod val="50000"/>
                    </a:schemeClr>
                  </a:gs>
                  <a:gs pos="100000">
                    <a:srgbClr val="989BA6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63"/>
            </a:p>
          </p:txBody>
        </p:sp>
        <p:sp>
          <p:nvSpPr>
            <p:cNvPr id="10" name="Rounded Rectangle 25">
              <a:extLst>
                <a:ext uri="{FF2B5EF4-FFF2-40B4-BE49-F238E27FC236}">
                  <a16:creationId xmlns:a16="http://schemas.microsoft.com/office/drawing/2014/main" id="{212D2C8D-A946-6DC9-5288-EDA2E6E189F8}"/>
                </a:ext>
              </a:extLst>
            </p:cNvPr>
            <p:cNvSpPr/>
            <p:nvPr/>
          </p:nvSpPr>
          <p:spPr>
            <a:xfrm>
              <a:off x="27761181" y="5666803"/>
              <a:ext cx="9344005" cy="768096"/>
            </a:xfrm>
            <a:prstGeom prst="roundRect">
              <a:avLst/>
            </a:prstGeom>
            <a:solidFill>
              <a:srgbClr val="4B78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Section Header</a:t>
              </a:r>
            </a:p>
          </p:txBody>
        </p:sp>
        <p:sp>
          <p:nvSpPr>
            <p:cNvPr id="30" name="Rounded Rectangle 37">
              <a:extLst>
                <a:ext uri="{FF2B5EF4-FFF2-40B4-BE49-F238E27FC236}">
                  <a16:creationId xmlns:a16="http://schemas.microsoft.com/office/drawing/2014/main" id="{98A7857C-17F0-FCED-BEC2-65566777114C}"/>
                </a:ext>
              </a:extLst>
            </p:cNvPr>
            <p:cNvSpPr/>
            <p:nvPr/>
          </p:nvSpPr>
          <p:spPr>
            <a:xfrm>
              <a:off x="26193431" y="6659710"/>
              <a:ext cx="12479504" cy="21027073"/>
            </a:xfrm>
            <a:prstGeom prst="roundRect">
              <a:avLst>
                <a:gd name="adj" fmla="val 2298"/>
              </a:avLst>
            </a:prstGeom>
            <a:solidFill>
              <a:srgbClr val="A2955A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63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CAD3E1D-F104-EEBF-187D-50B00CB40200}"/>
                </a:ext>
              </a:extLst>
            </p:cNvPr>
            <p:cNvSpPr txBox="1"/>
            <p:nvPr/>
          </p:nvSpPr>
          <p:spPr>
            <a:xfrm>
              <a:off x="26677218" y="6995787"/>
              <a:ext cx="11511931" cy="12403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3200" dirty="0"/>
                <a:t>Lorem ipsum dolor sit </a:t>
              </a:r>
              <a:r>
                <a:rPr lang="en-US" sz="3200" dirty="0" err="1"/>
                <a:t>amet</a:t>
              </a:r>
              <a:r>
                <a:rPr lang="en-US" sz="3200" dirty="0"/>
                <a:t>, </a:t>
              </a:r>
              <a:r>
                <a:rPr lang="en-US" sz="3200" dirty="0" err="1"/>
                <a:t>consectetur</a:t>
              </a:r>
              <a:r>
                <a:rPr lang="en-US" sz="3200" dirty="0"/>
                <a:t> </a:t>
              </a:r>
              <a:r>
                <a:rPr lang="en-US" sz="3200" dirty="0" err="1"/>
                <a:t>adipiscing</a:t>
              </a:r>
              <a:r>
                <a:rPr lang="en-US" sz="3200" dirty="0"/>
                <a:t> </a:t>
              </a:r>
              <a:r>
                <a:rPr lang="en-US" sz="3200" dirty="0" err="1"/>
                <a:t>elit</a:t>
              </a:r>
              <a:r>
                <a:rPr lang="en-US" sz="3200" dirty="0"/>
                <a:t>, sed do </a:t>
              </a:r>
              <a:r>
                <a:rPr lang="en-US" sz="3200" dirty="0" err="1"/>
                <a:t>eiusmod</a:t>
              </a:r>
              <a:r>
                <a:rPr lang="en-US" sz="3200" dirty="0"/>
                <a:t> </a:t>
              </a:r>
              <a:r>
                <a:rPr lang="en-US" sz="3200" dirty="0" err="1"/>
                <a:t>tempor</a:t>
              </a:r>
              <a:r>
                <a:rPr lang="en-US" sz="3200" dirty="0"/>
                <a:t> </a:t>
              </a:r>
              <a:r>
                <a:rPr lang="en-US" sz="3200" dirty="0" err="1"/>
                <a:t>incididunt</a:t>
              </a:r>
              <a:r>
                <a:rPr lang="en-US" sz="3200" dirty="0"/>
                <a:t> </a:t>
              </a:r>
              <a:r>
                <a:rPr lang="en-US" sz="3200" dirty="0" err="1"/>
                <a:t>ut</a:t>
              </a:r>
              <a:r>
                <a:rPr lang="en-US" sz="3200" dirty="0"/>
                <a:t> labore et dolore magna </a:t>
              </a:r>
              <a:r>
                <a:rPr lang="en-US" sz="3200" dirty="0" err="1"/>
                <a:t>aliqua</a:t>
              </a:r>
              <a:r>
                <a:rPr lang="en-US" sz="3200" dirty="0"/>
                <a:t>. Ut </a:t>
              </a:r>
              <a:r>
                <a:rPr lang="en-US" sz="3200" dirty="0" err="1"/>
                <a:t>enim</a:t>
              </a:r>
              <a:r>
                <a:rPr lang="en-US" sz="3200" dirty="0"/>
                <a:t> ad minim </a:t>
              </a:r>
              <a:r>
                <a:rPr lang="en-US" sz="3200" dirty="0" err="1"/>
                <a:t>veniam</a:t>
              </a:r>
              <a:r>
                <a:rPr lang="en-US" sz="3200" dirty="0"/>
                <a:t>, </a:t>
              </a:r>
              <a:r>
                <a:rPr lang="en-US" sz="3200" dirty="0" err="1"/>
                <a:t>quis</a:t>
              </a:r>
              <a:r>
                <a:rPr lang="en-US" sz="3200" dirty="0"/>
                <a:t> </a:t>
              </a:r>
              <a:r>
                <a:rPr lang="en-US" sz="3200" dirty="0" err="1"/>
                <a:t>nostrud</a:t>
              </a:r>
              <a:r>
                <a:rPr lang="en-US" sz="3200" dirty="0"/>
                <a:t> exercitation </a:t>
              </a:r>
              <a:r>
                <a:rPr lang="en-US" sz="3200" dirty="0" err="1"/>
                <a:t>ullamco</a:t>
              </a:r>
              <a:r>
                <a:rPr lang="en-US" sz="3200" dirty="0"/>
                <a:t> </a:t>
              </a:r>
              <a:r>
                <a:rPr lang="en-US" sz="3200" dirty="0" err="1"/>
                <a:t>laboris</a:t>
              </a:r>
              <a:r>
                <a:rPr lang="en-US" sz="3200" dirty="0"/>
                <a:t> nisi </a:t>
              </a:r>
              <a:r>
                <a:rPr lang="en-US" sz="3200" dirty="0" err="1"/>
                <a:t>ut</a:t>
              </a:r>
              <a:r>
                <a:rPr lang="en-US" sz="3200" dirty="0"/>
                <a:t> </a:t>
              </a:r>
              <a:r>
                <a:rPr lang="en-US" sz="3200" dirty="0" err="1"/>
                <a:t>aliquip</a:t>
              </a:r>
              <a:r>
                <a:rPr lang="en-US" sz="3200" dirty="0"/>
                <a:t> ex </a:t>
              </a:r>
              <a:r>
                <a:rPr lang="en-US" sz="3200" dirty="0" err="1"/>
                <a:t>ea</a:t>
              </a:r>
              <a:r>
                <a:rPr lang="en-US" sz="3200" dirty="0"/>
                <a:t> </a:t>
              </a:r>
              <a:r>
                <a:rPr lang="en-US" sz="3200" dirty="0" err="1"/>
                <a:t>commodo</a:t>
              </a:r>
              <a:r>
                <a:rPr lang="en-US" sz="3200" dirty="0"/>
                <a:t> </a:t>
              </a:r>
              <a:r>
                <a:rPr lang="en-US" sz="3200" dirty="0" err="1"/>
                <a:t>consequat</a:t>
              </a:r>
              <a:r>
                <a:rPr lang="en-US" sz="3200" dirty="0"/>
                <a:t>. Duis </a:t>
              </a:r>
              <a:r>
                <a:rPr lang="en-US" sz="3200" dirty="0" err="1"/>
                <a:t>aute</a:t>
              </a:r>
              <a:r>
                <a:rPr lang="en-US" sz="3200" dirty="0"/>
                <a:t> </a:t>
              </a:r>
              <a:r>
                <a:rPr lang="en-US" sz="3200" dirty="0" err="1"/>
                <a:t>irure</a:t>
              </a:r>
              <a:r>
                <a:rPr lang="en-US" sz="3200" dirty="0"/>
                <a:t> dolor in </a:t>
              </a:r>
              <a:r>
                <a:rPr lang="en-US" sz="3200" dirty="0" err="1"/>
                <a:t>reprehenderit</a:t>
              </a:r>
              <a:r>
                <a:rPr lang="en-US" sz="3200" dirty="0"/>
                <a:t> in </a:t>
              </a:r>
              <a:r>
                <a:rPr lang="en-US" sz="3200" dirty="0" err="1"/>
                <a:t>voluptate</a:t>
              </a:r>
              <a:r>
                <a:rPr lang="en-US" sz="3200" dirty="0"/>
                <a:t> </a:t>
              </a:r>
              <a:r>
                <a:rPr lang="en-US" sz="3200" dirty="0" err="1"/>
                <a:t>velit</a:t>
              </a:r>
              <a:r>
                <a:rPr lang="en-US" sz="3200" dirty="0"/>
                <a:t> </a:t>
              </a:r>
              <a:r>
                <a:rPr lang="en-US" sz="3200" dirty="0" err="1"/>
                <a:t>esse</a:t>
              </a:r>
              <a:r>
                <a:rPr lang="en-US" sz="3200" dirty="0"/>
                <a:t> </a:t>
              </a:r>
              <a:r>
                <a:rPr lang="en-US" sz="3200" dirty="0" err="1"/>
                <a:t>cillum</a:t>
              </a:r>
              <a:r>
                <a:rPr lang="en-US" sz="3200" dirty="0"/>
                <a:t> dolore </a:t>
              </a:r>
              <a:r>
                <a:rPr lang="en-US" sz="3200" dirty="0" err="1"/>
                <a:t>eu</a:t>
              </a:r>
              <a:r>
                <a:rPr lang="en-US" sz="3200" dirty="0"/>
                <a:t> </a:t>
              </a:r>
              <a:r>
                <a:rPr lang="en-US" sz="3200" dirty="0" err="1"/>
                <a:t>fugiat</a:t>
              </a:r>
              <a:r>
                <a:rPr lang="en-US" sz="3200" dirty="0"/>
                <a:t> </a:t>
              </a:r>
              <a:r>
                <a:rPr lang="en-US" sz="3200" dirty="0" err="1"/>
                <a:t>nulla</a:t>
              </a:r>
              <a:r>
                <a:rPr lang="en-US" sz="3200" dirty="0"/>
                <a:t> </a:t>
              </a:r>
              <a:r>
                <a:rPr lang="en-US" sz="3200" dirty="0" err="1"/>
                <a:t>pariatur</a:t>
              </a:r>
              <a:r>
                <a:rPr lang="en-US" sz="3200" dirty="0"/>
                <a:t>. </a:t>
              </a:r>
              <a:r>
                <a:rPr lang="en-US" sz="3200" dirty="0" err="1"/>
                <a:t>Excepteur</a:t>
              </a:r>
              <a:r>
                <a:rPr lang="en-US" sz="3200" dirty="0"/>
                <a:t> </a:t>
              </a:r>
              <a:r>
                <a:rPr lang="en-US" sz="3200" dirty="0" err="1"/>
                <a:t>sint</a:t>
              </a:r>
              <a:r>
                <a:rPr lang="en-US" sz="3200" dirty="0"/>
                <a:t> </a:t>
              </a:r>
              <a:r>
                <a:rPr lang="en-US" sz="3200" dirty="0" err="1"/>
                <a:t>occaecat</a:t>
              </a:r>
              <a:r>
                <a:rPr lang="en-US" sz="3200" dirty="0"/>
                <a:t> </a:t>
              </a:r>
              <a:r>
                <a:rPr lang="en-US" sz="3200" dirty="0" err="1"/>
                <a:t>cupidatat</a:t>
              </a:r>
              <a:r>
                <a:rPr lang="en-US" sz="3200" dirty="0"/>
                <a:t> non </a:t>
              </a:r>
              <a:r>
                <a:rPr lang="en-US" sz="3200" dirty="0" err="1"/>
                <a:t>proident</a:t>
              </a:r>
              <a:r>
                <a:rPr lang="en-US" sz="3200" dirty="0"/>
                <a:t>, sunt in culpa qui </a:t>
              </a:r>
              <a:r>
                <a:rPr lang="en-US" sz="3200" dirty="0" err="1"/>
                <a:t>officia</a:t>
              </a:r>
              <a:r>
                <a:rPr lang="en-US" sz="3200" dirty="0"/>
                <a:t> </a:t>
              </a:r>
              <a:r>
                <a:rPr lang="en-US" sz="3200" dirty="0" err="1"/>
                <a:t>deserunt</a:t>
              </a:r>
              <a:r>
                <a:rPr lang="en-US" sz="3200" dirty="0"/>
                <a:t> </a:t>
              </a:r>
              <a:r>
                <a:rPr lang="en-US" sz="3200" dirty="0" err="1"/>
                <a:t>mollit</a:t>
              </a:r>
              <a:r>
                <a:rPr lang="en-US" sz="3200" dirty="0"/>
                <a:t> </a:t>
              </a:r>
              <a:r>
                <a:rPr lang="en-US" sz="3200" dirty="0" err="1"/>
                <a:t>anim</a:t>
              </a:r>
              <a:r>
                <a:rPr lang="en-US" sz="3200" dirty="0"/>
                <a:t> id </a:t>
              </a:r>
              <a:r>
                <a:rPr lang="en-US" sz="3200" dirty="0" err="1"/>
                <a:t>est</a:t>
              </a:r>
              <a:r>
                <a:rPr lang="en-US" sz="3200" dirty="0"/>
                <a:t> </a:t>
              </a:r>
              <a:r>
                <a:rPr lang="en-US" sz="3200" dirty="0" err="1"/>
                <a:t>laborum</a:t>
              </a:r>
              <a:r>
                <a:rPr lang="en-US" sz="3200" dirty="0"/>
                <a:t>.</a:t>
              </a:r>
            </a:p>
            <a:p>
              <a:pPr algn="just"/>
              <a:endParaRPr lang="en-US" sz="3200" dirty="0"/>
            </a:p>
            <a:p>
              <a:pPr algn="just"/>
              <a:r>
                <a:rPr lang="en-US" sz="3200" dirty="0"/>
                <a:t>Lorem ipsum dolor sit </a:t>
              </a:r>
              <a:r>
                <a:rPr lang="en-US" sz="3200" dirty="0" err="1"/>
                <a:t>amet</a:t>
              </a:r>
              <a:r>
                <a:rPr lang="en-US" sz="3200" dirty="0"/>
                <a:t>, </a:t>
              </a:r>
              <a:r>
                <a:rPr lang="en-US" sz="3200" dirty="0" err="1"/>
                <a:t>consectetur</a:t>
              </a:r>
              <a:r>
                <a:rPr lang="en-US" sz="3200" dirty="0"/>
                <a:t> </a:t>
              </a:r>
              <a:r>
                <a:rPr lang="en-US" sz="3200" dirty="0" err="1"/>
                <a:t>adipiscing</a:t>
              </a:r>
              <a:r>
                <a:rPr lang="en-US" sz="3200" dirty="0"/>
                <a:t> </a:t>
              </a:r>
              <a:r>
                <a:rPr lang="en-US" sz="3200" dirty="0" err="1"/>
                <a:t>elit</a:t>
              </a:r>
              <a:r>
                <a:rPr lang="en-US" sz="3200" dirty="0"/>
                <a:t>, sed do </a:t>
              </a:r>
              <a:r>
                <a:rPr lang="en-US" sz="3200" dirty="0" err="1"/>
                <a:t>eiusmod</a:t>
              </a:r>
              <a:r>
                <a:rPr lang="en-US" sz="3200" dirty="0"/>
                <a:t> </a:t>
              </a:r>
              <a:r>
                <a:rPr lang="en-US" sz="3200" dirty="0" err="1"/>
                <a:t>tempor</a:t>
              </a:r>
              <a:r>
                <a:rPr lang="en-US" sz="3200" dirty="0"/>
                <a:t> </a:t>
              </a:r>
              <a:r>
                <a:rPr lang="en-US" sz="3200" dirty="0" err="1"/>
                <a:t>incididunt</a:t>
              </a:r>
              <a:r>
                <a:rPr lang="en-US" sz="3200" dirty="0"/>
                <a:t> </a:t>
              </a:r>
              <a:r>
                <a:rPr lang="en-US" sz="3200" dirty="0" err="1"/>
                <a:t>ut</a:t>
              </a:r>
              <a:r>
                <a:rPr lang="en-US" sz="3200" dirty="0"/>
                <a:t> labore et dolore magna </a:t>
              </a:r>
              <a:r>
                <a:rPr lang="en-US" sz="3200" dirty="0" err="1"/>
                <a:t>aliqua</a:t>
              </a:r>
              <a:r>
                <a:rPr lang="en-US" sz="3200" dirty="0"/>
                <a:t>. Ut </a:t>
              </a:r>
              <a:r>
                <a:rPr lang="en-US" sz="3200" dirty="0" err="1"/>
                <a:t>enim</a:t>
              </a:r>
              <a:r>
                <a:rPr lang="en-US" sz="3200" dirty="0"/>
                <a:t> ad minim </a:t>
              </a:r>
              <a:r>
                <a:rPr lang="en-US" sz="3200" dirty="0" err="1"/>
                <a:t>veniam</a:t>
              </a:r>
              <a:r>
                <a:rPr lang="en-US" sz="3200" dirty="0"/>
                <a:t>, </a:t>
              </a:r>
              <a:r>
                <a:rPr lang="en-US" sz="3200" dirty="0" err="1"/>
                <a:t>quis</a:t>
              </a:r>
              <a:r>
                <a:rPr lang="en-US" sz="3200" dirty="0"/>
                <a:t> </a:t>
              </a:r>
              <a:r>
                <a:rPr lang="en-US" sz="3200" dirty="0" err="1"/>
                <a:t>nostrud</a:t>
              </a:r>
              <a:r>
                <a:rPr lang="en-US" sz="3200" dirty="0"/>
                <a:t> exercitation </a:t>
              </a:r>
              <a:r>
                <a:rPr lang="en-US" sz="3200" dirty="0" err="1"/>
                <a:t>ullamco</a:t>
              </a:r>
              <a:r>
                <a:rPr lang="en-US" sz="3200" dirty="0"/>
                <a:t> </a:t>
              </a:r>
              <a:r>
                <a:rPr lang="en-US" sz="3200" dirty="0" err="1"/>
                <a:t>laboris</a:t>
              </a:r>
              <a:r>
                <a:rPr lang="en-US" sz="3200" dirty="0"/>
                <a:t> nisi </a:t>
              </a:r>
              <a:r>
                <a:rPr lang="en-US" sz="3200" dirty="0" err="1"/>
                <a:t>ut</a:t>
              </a:r>
              <a:r>
                <a:rPr lang="en-US" sz="3200" dirty="0"/>
                <a:t> </a:t>
              </a:r>
              <a:r>
                <a:rPr lang="en-US" sz="3200" dirty="0" err="1"/>
                <a:t>aliquip</a:t>
              </a:r>
              <a:r>
                <a:rPr lang="en-US" sz="3200" dirty="0"/>
                <a:t> ex </a:t>
              </a:r>
              <a:r>
                <a:rPr lang="en-US" sz="3200" dirty="0" err="1"/>
                <a:t>ea</a:t>
              </a:r>
              <a:r>
                <a:rPr lang="en-US" sz="3200" dirty="0"/>
                <a:t> </a:t>
              </a:r>
              <a:r>
                <a:rPr lang="en-US" sz="3200" dirty="0" err="1"/>
                <a:t>commodo</a:t>
              </a:r>
              <a:r>
                <a:rPr lang="en-US" sz="3200" dirty="0"/>
                <a:t> </a:t>
              </a:r>
              <a:r>
                <a:rPr lang="en-US" sz="3200" dirty="0" err="1"/>
                <a:t>consequat</a:t>
              </a:r>
              <a:r>
                <a:rPr lang="en-US" sz="3200" dirty="0"/>
                <a:t>. Duis </a:t>
              </a:r>
              <a:r>
                <a:rPr lang="en-US" sz="3200" dirty="0" err="1"/>
                <a:t>aute</a:t>
              </a:r>
              <a:r>
                <a:rPr lang="en-US" sz="3200" dirty="0"/>
                <a:t> </a:t>
              </a:r>
              <a:r>
                <a:rPr lang="en-US" sz="3200" dirty="0" err="1"/>
                <a:t>irure</a:t>
              </a:r>
              <a:r>
                <a:rPr lang="en-US" sz="3200" dirty="0"/>
                <a:t> dolor in </a:t>
              </a:r>
              <a:r>
                <a:rPr lang="en-US" sz="3200" dirty="0" err="1"/>
                <a:t>reprehenderit</a:t>
              </a:r>
              <a:r>
                <a:rPr lang="en-US" sz="3200" dirty="0"/>
                <a:t> in </a:t>
              </a:r>
              <a:r>
                <a:rPr lang="en-US" sz="3200" dirty="0" err="1"/>
                <a:t>voluptate</a:t>
              </a:r>
              <a:r>
                <a:rPr lang="en-US" sz="3200" dirty="0"/>
                <a:t> </a:t>
              </a:r>
              <a:r>
                <a:rPr lang="en-US" sz="3200" dirty="0" err="1"/>
                <a:t>velit</a:t>
              </a:r>
              <a:r>
                <a:rPr lang="en-US" sz="3200" dirty="0"/>
                <a:t> </a:t>
              </a:r>
              <a:r>
                <a:rPr lang="en-US" sz="3200" dirty="0" err="1"/>
                <a:t>esse</a:t>
              </a:r>
              <a:r>
                <a:rPr lang="en-US" sz="3200" dirty="0"/>
                <a:t> </a:t>
              </a:r>
              <a:r>
                <a:rPr lang="en-US" sz="3200" dirty="0" err="1"/>
                <a:t>cillum</a:t>
              </a:r>
              <a:r>
                <a:rPr lang="en-US" sz="3200" dirty="0"/>
                <a:t> dolore </a:t>
              </a:r>
              <a:r>
                <a:rPr lang="en-US" sz="3200" dirty="0" err="1"/>
                <a:t>eu</a:t>
              </a:r>
              <a:r>
                <a:rPr lang="en-US" sz="3200" dirty="0"/>
                <a:t> </a:t>
              </a:r>
              <a:r>
                <a:rPr lang="en-US" sz="3200" dirty="0" err="1"/>
                <a:t>fugiat</a:t>
              </a:r>
              <a:r>
                <a:rPr lang="en-US" sz="3200" dirty="0"/>
                <a:t> </a:t>
              </a:r>
              <a:r>
                <a:rPr lang="en-US" sz="3200" dirty="0" err="1"/>
                <a:t>nulla</a:t>
              </a:r>
              <a:r>
                <a:rPr lang="en-US" sz="3200" dirty="0"/>
                <a:t> </a:t>
              </a:r>
              <a:r>
                <a:rPr lang="en-US" sz="3200" dirty="0" err="1"/>
                <a:t>pariatur</a:t>
              </a:r>
              <a:r>
                <a:rPr lang="en-US" sz="3200" dirty="0"/>
                <a:t>. </a:t>
              </a:r>
              <a:r>
                <a:rPr lang="en-US" sz="3200" dirty="0" err="1"/>
                <a:t>Excepteur</a:t>
              </a:r>
              <a:r>
                <a:rPr lang="en-US" sz="3200" dirty="0"/>
                <a:t> </a:t>
              </a:r>
              <a:r>
                <a:rPr lang="en-US" sz="3200" dirty="0" err="1"/>
                <a:t>sint</a:t>
              </a:r>
              <a:r>
                <a:rPr lang="en-US" sz="3200" dirty="0"/>
                <a:t> </a:t>
              </a:r>
              <a:r>
                <a:rPr lang="en-US" sz="3200" dirty="0" err="1"/>
                <a:t>occaecat</a:t>
              </a:r>
              <a:r>
                <a:rPr lang="en-US" sz="3200" dirty="0"/>
                <a:t> </a:t>
              </a:r>
              <a:r>
                <a:rPr lang="en-US" sz="3200" dirty="0" err="1"/>
                <a:t>cupidatat</a:t>
              </a:r>
              <a:r>
                <a:rPr lang="en-US" sz="3200" dirty="0"/>
                <a:t> non </a:t>
              </a:r>
              <a:r>
                <a:rPr lang="en-US" sz="3200" dirty="0" err="1"/>
                <a:t>proident</a:t>
              </a:r>
              <a:r>
                <a:rPr lang="en-US" sz="3200" dirty="0"/>
                <a:t>, sunt in culpa qui </a:t>
              </a:r>
              <a:r>
                <a:rPr lang="en-US" sz="3200" dirty="0" err="1"/>
                <a:t>officia</a:t>
              </a:r>
              <a:r>
                <a:rPr lang="en-US" sz="3200" dirty="0"/>
                <a:t> </a:t>
              </a:r>
              <a:r>
                <a:rPr lang="en-US" sz="3200" dirty="0" err="1"/>
                <a:t>deserunt</a:t>
              </a:r>
              <a:r>
                <a:rPr lang="en-US" sz="3200" dirty="0"/>
                <a:t> </a:t>
              </a:r>
              <a:r>
                <a:rPr lang="en-US" sz="3200" dirty="0" err="1"/>
                <a:t>mollit</a:t>
              </a:r>
              <a:r>
                <a:rPr lang="en-US" sz="3200" dirty="0"/>
                <a:t> </a:t>
              </a:r>
              <a:r>
                <a:rPr lang="en-US" sz="3200" dirty="0" err="1"/>
                <a:t>anim</a:t>
              </a:r>
              <a:r>
                <a:rPr lang="en-US" sz="3200" dirty="0"/>
                <a:t> id </a:t>
              </a:r>
              <a:r>
                <a:rPr lang="en-US" sz="3200" dirty="0" err="1"/>
                <a:t>est</a:t>
              </a:r>
              <a:r>
                <a:rPr lang="en-US" sz="3200" dirty="0"/>
                <a:t> </a:t>
              </a:r>
              <a:r>
                <a:rPr lang="en-US" sz="3200" dirty="0" err="1"/>
                <a:t>laborum</a:t>
              </a:r>
              <a:r>
                <a:rPr lang="en-US" sz="3200" dirty="0"/>
                <a:t>.</a:t>
              </a:r>
            </a:p>
            <a:p>
              <a:pPr algn="just"/>
              <a:endParaRPr lang="en-US" sz="3200" dirty="0"/>
            </a:p>
            <a:p>
              <a:pPr algn="just"/>
              <a:r>
                <a:rPr lang="en-US" sz="3200" dirty="0"/>
                <a:t>Lorem ipsum dolor sit </a:t>
              </a:r>
              <a:r>
                <a:rPr lang="en-US" sz="3200" dirty="0" err="1"/>
                <a:t>amet</a:t>
              </a:r>
              <a:r>
                <a:rPr lang="en-US" sz="3200" dirty="0"/>
                <a:t>, </a:t>
              </a:r>
              <a:r>
                <a:rPr lang="en-US" sz="3200" dirty="0" err="1"/>
                <a:t>consectetur</a:t>
              </a:r>
              <a:r>
                <a:rPr lang="en-US" sz="3200" dirty="0"/>
                <a:t> </a:t>
              </a:r>
              <a:r>
                <a:rPr lang="en-US" sz="3200" dirty="0" err="1"/>
                <a:t>adipiscing</a:t>
              </a:r>
              <a:r>
                <a:rPr lang="en-US" sz="3200" dirty="0"/>
                <a:t> </a:t>
              </a:r>
              <a:r>
                <a:rPr lang="en-US" sz="3200" dirty="0" err="1"/>
                <a:t>elit</a:t>
              </a:r>
              <a:r>
                <a:rPr lang="en-US" sz="3200" dirty="0"/>
                <a:t>, sed do </a:t>
              </a:r>
              <a:r>
                <a:rPr lang="en-US" sz="3200" dirty="0" err="1"/>
                <a:t>eiusmod</a:t>
              </a:r>
              <a:r>
                <a:rPr lang="en-US" sz="3200" dirty="0"/>
                <a:t> </a:t>
              </a:r>
              <a:r>
                <a:rPr lang="en-US" sz="3200" dirty="0" err="1"/>
                <a:t>tempor</a:t>
              </a:r>
              <a:r>
                <a:rPr lang="en-US" sz="3200" dirty="0"/>
                <a:t> </a:t>
              </a:r>
              <a:r>
                <a:rPr lang="en-US" sz="3200" dirty="0" err="1"/>
                <a:t>incididunt</a:t>
              </a:r>
              <a:r>
                <a:rPr lang="en-US" sz="3200" dirty="0"/>
                <a:t> </a:t>
              </a:r>
              <a:r>
                <a:rPr lang="en-US" sz="3200" dirty="0" err="1"/>
                <a:t>ut</a:t>
              </a:r>
              <a:r>
                <a:rPr lang="en-US" sz="3200" dirty="0"/>
                <a:t> labore et dolore magna </a:t>
              </a:r>
              <a:r>
                <a:rPr lang="en-US" sz="3200" dirty="0" err="1"/>
                <a:t>aliqua</a:t>
              </a:r>
              <a:r>
                <a:rPr lang="en-US" sz="3200" dirty="0"/>
                <a:t>. Ut </a:t>
              </a:r>
              <a:r>
                <a:rPr lang="en-US" sz="3200" dirty="0" err="1"/>
                <a:t>enim</a:t>
              </a:r>
              <a:r>
                <a:rPr lang="en-US" sz="3200" dirty="0"/>
                <a:t> ad minim </a:t>
              </a:r>
              <a:r>
                <a:rPr lang="en-US" sz="3200" dirty="0" err="1"/>
                <a:t>veniam</a:t>
              </a:r>
              <a:r>
                <a:rPr lang="en-US" sz="3200" dirty="0"/>
                <a:t>, </a:t>
              </a:r>
              <a:r>
                <a:rPr lang="en-US" sz="3200" dirty="0" err="1"/>
                <a:t>quis</a:t>
              </a:r>
              <a:r>
                <a:rPr lang="en-US" sz="3200" dirty="0"/>
                <a:t> </a:t>
              </a:r>
              <a:r>
                <a:rPr lang="en-US" sz="3200" dirty="0" err="1"/>
                <a:t>nostrud</a:t>
              </a:r>
              <a:r>
                <a:rPr lang="en-US" sz="3200" dirty="0"/>
                <a:t> exercitation </a:t>
              </a:r>
              <a:r>
                <a:rPr lang="en-US" sz="3200" dirty="0" err="1"/>
                <a:t>ullamco</a:t>
              </a:r>
              <a:r>
                <a:rPr lang="en-US" sz="3200" dirty="0"/>
                <a:t> </a:t>
              </a:r>
              <a:r>
                <a:rPr lang="en-US" sz="3200" dirty="0" err="1"/>
                <a:t>laboris</a:t>
              </a:r>
              <a:r>
                <a:rPr lang="en-US" sz="3200" dirty="0"/>
                <a:t> nisi </a:t>
              </a:r>
              <a:r>
                <a:rPr lang="en-US" sz="3200" dirty="0" err="1"/>
                <a:t>ut</a:t>
              </a:r>
              <a:r>
                <a:rPr lang="en-US" sz="3200" dirty="0"/>
                <a:t> </a:t>
              </a:r>
              <a:r>
                <a:rPr lang="en-US" sz="3200" dirty="0" err="1"/>
                <a:t>aliquip</a:t>
              </a:r>
              <a:r>
                <a:rPr lang="en-US" sz="3200" dirty="0"/>
                <a:t> ex </a:t>
              </a:r>
              <a:r>
                <a:rPr lang="en-US" sz="3200" dirty="0" err="1"/>
                <a:t>ea</a:t>
              </a:r>
              <a:r>
                <a:rPr lang="en-US" sz="3200" dirty="0"/>
                <a:t> </a:t>
              </a:r>
              <a:r>
                <a:rPr lang="en-US" sz="3200" dirty="0" err="1"/>
                <a:t>commodo</a:t>
              </a:r>
              <a:r>
                <a:rPr lang="en-US" sz="3200" dirty="0"/>
                <a:t> </a:t>
              </a:r>
              <a:r>
                <a:rPr lang="en-US" sz="3200" dirty="0" err="1"/>
                <a:t>consequat</a:t>
              </a:r>
              <a:r>
                <a:rPr lang="en-US" sz="3200" dirty="0"/>
                <a:t>. Duis </a:t>
              </a:r>
              <a:r>
                <a:rPr lang="en-US" sz="3200" dirty="0" err="1"/>
                <a:t>aute</a:t>
              </a:r>
              <a:r>
                <a:rPr lang="en-US" sz="3200" dirty="0"/>
                <a:t> </a:t>
              </a:r>
              <a:r>
                <a:rPr lang="en-US" sz="3200" dirty="0" err="1"/>
                <a:t>irure</a:t>
              </a:r>
              <a:r>
                <a:rPr lang="en-US" sz="3200" dirty="0"/>
                <a:t> dolor in </a:t>
              </a:r>
              <a:r>
                <a:rPr lang="en-US" sz="3200" dirty="0" err="1"/>
                <a:t>reprehenderit</a:t>
              </a:r>
              <a:r>
                <a:rPr lang="en-US" sz="3200" dirty="0"/>
                <a:t> in </a:t>
              </a:r>
              <a:r>
                <a:rPr lang="en-US" sz="3200" dirty="0" err="1"/>
                <a:t>voluptate</a:t>
              </a:r>
              <a:r>
                <a:rPr lang="en-US" sz="3200" dirty="0"/>
                <a:t> </a:t>
              </a:r>
              <a:r>
                <a:rPr lang="en-US" sz="3200" dirty="0" err="1"/>
                <a:t>velit</a:t>
              </a:r>
              <a:r>
                <a:rPr lang="en-US" sz="3200" dirty="0"/>
                <a:t> </a:t>
              </a:r>
              <a:r>
                <a:rPr lang="en-US" sz="3200" dirty="0" err="1"/>
                <a:t>esse</a:t>
              </a:r>
              <a:r>
                <a:rPr lang="en-US" sz="3200" dirty="0"/>
                <a:t> </a:t>
              </a:r>
              <a:r>
                <a:rPr lang="en-US" sz="3200" dirty="0" err="1"/>
                <a:t>cillum</a:t>
              </a:r>
              <a:r>
                <a:rPr lang="en-US" sz="3200" dirty="0"/>
                <a:t> dolore </a:t>
              </a:r>
              <a:r>
                <a:rPr lang="en-US" sz="3200" dirty="0" err="1"/>
                <a:t>eu</a:t>
              </a:r>
              <a:r>
                <a:rPr lang="en-US" sz="3200" dirty="0"/>
                <a:t> </a:t>
              </a:r>
              <a:r>
                <a:rPr lang="en-US" sz="3200" dirty="0" err="1"/>
                <a:t>fugiat</a:t>
              </a:r>
              <a:r>
                <a:rPr lang="en-US" sz="3200" dirty="0"/>
                <a:t> </a:t>
              </a:r>
              <a:r>
                <a:rPr lang="en-US" sz="3200" dirty="0" err="1"/>
                <a:t>nulla</a:t>
              </a:r>
              <a:r>
                <a:rPr lang="en-US" sz="3200" dirty="0"/>
                <a:t> </a:t>
              </a:r>
              <a:r>
                <a:rPr lang="en-US" sz="3200" dirty="0" err="1"/>
                <a:t>pariatur</a:t>
              </a:r>
              <a:r>
                <a:rPr lang="en-US" sz="3200" dirty="0"/>
                <a:t>. </a:t>
              </a:r>
              <a:r>
                <a:rPr lang="en-US" sz="3200" dirty="0" err="1"/>
                <a:t>Excepteur</a:t>
              </a:r>
              <a:r>
                <a:rPr lang="en-US" sz="3200" dirty="0"/>
                <a:t> </a:t>
              </a:r>
              <a:r>
                <a:rPr lang="en-US" sz="3200" dirty="0" err="1"/>
                <a:t>sint</a:t>
              </a:r>
              <a:r>
                <a:rPr lang="en-US" sz="3200" dirty="0"/>
                <a:t> </a:t>
              </a:r>
              <a:r>
                <a:rPr lang="en-US" sz="3200" dirty="0" err="1"/>
                <a:t>occaecat</a:t>
              </a:r>
              <a:r>
                <a:rPr lang="en-US" sz="3200" dirty="0"/>
                <a:t> </a:t>
              </a:r>
              <a:r>
                <a:rPr lang="en-US" sz="3200" dirty="0" err="1"/>
                <a:t>cupidatat</a:t>
              </a:r>
              <a:r>
                <a:rPr lang="en-US" sz="3200" dirty="0"/>
                <a:t> non </a:t>
              </a:r>
              <a:r>
                <a:rPr lang="en-US" sz="3200" dirty="0" err="1"/>
                <a:t>proident</a:t>
              </a:r>
              <a:r>
                <a:rPr lang="en-US" sz="3200" dirty="0"/>
                <a:t>, sunt in culpa qui </a:t>
              </a:r>
              <a:r>
                <a:rPr lang="en-US" sz="3200" dirty="0" err="1"/>
                <a:t>officia</a:t>
              </a:r>
              <a:r>
                <a:rPr lang="en-US" sz="3200" dirty="0"/>
                <a:t> </a:t>
              </a:r>
              <a:r>
                <a:rPr lang="en-US" sz="3200" dirty="0" err="1"/>
                <a:t>deserunt</a:t>
              </a:r>
              <a:r>
                <a:rPr lang="en-US" sz="3200" dirty="0"/>
                <a:t> </a:t>
              </a:r>
              <a:r>
                <a:rPr lang="en-US" sz="3200" dirty="0" err="1"/>
                <a:t>mollit</a:t>
              </a:r>
              <a:r>
                <a:rPr lang="en-US" sz="3200" dirty="0"/>
                <a:t> </a:t>
              </a:r>
              <a:r>
                <a:rPr lang="en-US" sz="3200" dirty="0" err="1"/>
                <a:t>anim</a:t>
              </a:r>
              <a:r>
                <a:rPr lang="en-US" sz="3200" dirty="0"/>
                <a:t> id </a:t>
              </a:r>
              <a:r>
                <a:rPr lang="en-US" sz="3200" dirty="0" err="1"/>
                <a:t>est</a:t>
              </a:r>
              <a:r>
                <a:rPr lang="en-US" sz="3200" dirty="0"/>
                <a:t> </a:t>
              </a:r>
              <a:r>
                <a:rPr lang="en-US" sz="3200" dirty="0" err="1"/>
                <a:t>laborum</a:t>
              </a:r>
              <a:r>
                <a:rPr lang="en-US" sz="3200" dirty="0"/>
                <a:t>.</a:t>
              </a:r>
            </a:p>
            <a:p>
              <a:pPr algn="just"/>
              <a:endParaRPr lang="en-US" sz="3200" dirty="0"/>
            </a:p>
            <a:p>
              <a:pPr algn="just"/>
              <a:endParaRPr lang="en-US" sz="3200" dirty="0"/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4628108-9B6F-2C33-710A-EE58BB61BBC0}"/>
                </a:ext>
              </a:extLst>
            </p:cNvPr>
            <p:cNvGrpSpPr/>
            <p:nvPr/>
          </p:nvGrpSpPr>
          <p:grpSpPr>
            <a:xfrm>
              <a:off x="26677217" y="19945392"/>
              <a:ext cx="11511932" cy="7256642"/>
              <a:chOff x="13259177" y="19983723"/>
              <a:chExt cx="11511932" cy="7256642"/>
            </a:xfrm>
          </p:grpSpPr>
          <p:sp>
            <p:nvSpPr>
              <p:cNvPr id="160" name="Rounded Rectangle 104">
                <a:extLst>
                  <a:ext uri="{FF2B5EF4-FFF2-40B4-BE49-F238E27FC236}">
                    <a16:creationId xmlns:a16="http://schemas.microsoft.com/office/drawing/2014/main" id="{7F8E7E6A-46B5-89CC-F962-348FE3CD2827}"/>
                  </a:ext>
                </a:extLst>
              </p:cNvPr>
              <p:cNvSpPr/>
              <p:nvPr/>
            </p:nvSpPr>
            <p:spPr>
              <a:xfrm>
                <a:off x="13259177" y="19983723"/>
                <a:ext cx="11511932" cy="7256642"/>
              </a:xfrm>
              <a:prstGeom prst="roundRect">
                <a:avLst>
                  <a:gd name="adj" fmla="val 2869"/>
                </a:avLst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5040" dirty="0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177FB114-081F-E047-1CD9-6386361822D9}"/>
                  </a:ext>
                </a:extLst>
              </p:cNvPr>
              <p:cNvSpPr txBox="1"/>
              <p:nvPr/>
            </p:nvSpPr>
            <p:spPr>
              <a:xfrm>
                <a:off x="16238948" y="20454077"/>
                <a:ext cx="5552391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999" b="1" dirty="0"/>
                  <a:t>Photo Title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939814F-8CAA-4F89-0158-B412D010DE97}"/>
                  </a:ext>
                </a:extLst>
              </p:cNvPr>
              <p:cNvSpPr txBox="1"/>
              <p:nvPr/>
            </p:nvSpPr>
            <p:spPr>
              <a:xfrm>
                <a:off x="16529718" y="26142905"/>
                <a:ext cx="49708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Lorem ipsum dolor sit </a:t>
                </a:r>
                <a:r>
                  <a:rPr lang="en-US" sz="2400" dirty="0" err="1"/>
                  <a:t>amet</a:t>
                </a:r>
                <a:r>
                  <a:rPr lang="en-US" sz="2400" dirty="0"/>
                  <a:t>.</a:t>
                </a:r>
              </a:p>
            </p:txBody>
          </p:sp>
          <p:pic>
            <p:nvPicPr>
              <p:cNvPr id="163" name="Graphic 162" descr="Images with solid fill">
                <a:extLst>
                  <a:ext uri="{FF2B5EF4-FFF2-40B4-BE49-F238E27FC236}">
                    <a16:creationId xmlns:a16="http://schemas.microsoft.com/office/drawing/2014/main" id="{D235372B-5F4E-57A3-5EB7-9FD9631F1C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6312830" y="20961657"/>
                <a:ext cx="5404626" cy="540462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1034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3611</TotalTime>
  <Words>732</Words>
  <Application>Microsoft Office PowerPoint</Application>
  <PresentationFormat>Custom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Aharoni</vt:lpstr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mellentm</dc:creator>
  <cp:keywords/>
  <dc:description/>
  <cp:lastModifiedBy>Kyler Howard</cp:lastModifiedBy>
  <cp:revision>184</cp:revision>
  <cp:lastPrinted>2017-04-15T21:58:39Z</cp:lastPrinted>
  <dcterms:created xsi:type="dcterms:W3CDTF">2017-04-06T16:33:45Z</dcterms:created>
  <dcterms:modified xsi:type="dcterms:W3CDTF">2025-04-14T17:01:42Z</dcterms:modified>
  <cp:category/>
</cp:coreProperties>
</file>