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7" r:id="rId2"/>
  </p:sldIdLst>
  <p:sldSz cx="43891200" cy="32918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736" userDrawn="1">
          <p15:clr>
            <a:srgbClr val="A4A3A4"/>
          </p15:clr>
        </p15:guide>
        <p15:guide id="2" userDrawn="1">
          <p15:clr>
            <a:srgbClr val="A4A3A4"/>
          </p15:clr>
        </p15:guide>
        <p15:guide id="3" orient="horz" pos="2016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2955A"/>
    <a:srgbClr val="A9943F"/>
    <a:srgbClr val="A1955A"/>
    <a:srgbClr val="1E4D2B"/>
    <a:srgbClr val="C8C372"/>
    <a:srgbClr val="8790A7"/>
    <a:srgbClr val="4B7833"/>
    <a:srgbClr val="989BA6"/>
    <a:srgbClr val="BCC6D6"/>
    <a:srgbClr val="0062A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288DE94-A981-4D3B-86A3-908CF290DBEC}" v="43" dt="2025-04-14T17:01:07.932"/>
  </p1510:revLst>
</p1510:revInfo>
</file>

<file path=ppt/tableStyles.xml><?xml version="1.0" encoding="utf-8"?>
<a:tblStyleLst xmlns:a="http://schemas.openxmlformats.org/drawingml/2006/main" def="{5C22544A-7EE6-4342-B048-85BDC9FD1C3A}"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972" autoAdjust="0"/>
    <p:restoredTop sz="96327" autoAdjust="0"/>
  </p:normalViewPr>
  <p:slideViewPr>
    <p:cSldViewPr snapToGrid="0">
      <p:cViewPr varScale="1">
        <p:scale>
          <a:sx n="23" d="100"/>
          <a:sy n="23" d="100"/>
        </p:scale>
        <p:origin x="1152" y="48"/>
      </p:cViewPr>
      <p:guideLst>
        <p:guide orient="horz" pos="20736"/>
        <p:guide/>
        <p:guide orient="horz" pos="2016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yler Howard" userId="91ab63ab47daf7fe" providerId="LiveId" clId="{5288DE94-A981-4D3B-86A3-908CF290DBEC}"/>
    <pc:docChg chg="undo custSel modSld modMainMaster">
      <pc:chgData name="Kyler Howard" userId="91ab63ab47daf7fe" providerId="LiveId" clId="{5288DE94-A981-4D3B-86A3-908CF290DBEC}" dt="2025-04-14T17:01:07.932" v="261" actId="165"/>
      <pc:docMkLst>
        <pc:docMk/>
      </pc:docMkLst>
      <pc:sldChg chg="addSp delSp modSp mod setBg">
        <pc:chgData name="Kyler Howard" userId="91ab63ab47daf7fe" providerId="LiveId" clId="{5288DE94-A981-4D3B-86A3-908CF290DBEC}" dt="2025-04-14T17:01:07.932" v="261" actId="165"/>
        <pc:sldMkLst>
          <pc:docMk/>
          <pc:sldMk cId="3510345024" sldId="257"/>
        </pc:sldMkLst>
        <pc:spChg chg="mod">
          <ac:chgData name="Kyler Howard" userId="91ab63ab47daf7fe" providerId="LiveId" clId="{5288DE94-A981-4D3B-86A3-908CF290DBEC}" dt="2025-04-14T16:28:05.613" v="4" actId="20577"/>
          <ac:spMkLst>
            <pc:docMk/>
            <pc:sldMk cId="3510345024" sldId="257"/>
            <ac:spMk id="3" creationId="{00000000-0000-0000-0000-000000000000}"/>
          </ac:spMkLst>
        </pc:spChg>
        <pc:spChg chg="mod">
          <ac:chgData name="Kyler Howard" userId="91ab63ab47daf7fe" providerId="LiveId" clId="{5288DE94-A981-4D3B-86A3-908CF290DBEC}" dt="2025-04-14T17:01:01.965" v="260" actId="165"/>
          <ac:spMkLst>
            <pc:docMk/>
            <pc:sldMk cId="3510345024" sldId="257"/>
            <ac:spMk id="6" creationId="{126D9685-B60D-C3BF-4C43-BD7E8F7240C9}"/>
          </ac:spMkLst>
        </pc:spChg>
        <pc:spChg chg="mod">
          <ac:chgData name="Kyler Howard" userId="91ab63ab47daf7fe" providerId="LiveId" clId="{5288DE94-A981-4D3B-86A3-908CF290DBEC}" dt="2025-04-14T16:28:45.245" v="25" actId="20577"/>
          <ac:spMkLst>
            <pc:docMk/>
            <pc:sldMk cId="3510345024" sldId="257"/>
            <ac:spMk id="7" creationId="{00000000-0000-0000-0000-000000000000}"/>
          </ac:spMkLst>
        </pc:spChg>
        <pc:spChg chg="del mod">
          <ac:chgData name="Kyler Howard" userId="91ab63ab47daf7fe" providerId="LiveId" clId="{5288DE94-A981-4D3B-86A3-908CF290DBEC}" dt="2025-04-14T16:32:33.165" v="64" actId="478"/>
          <ac:spMkLst>
            <pc:docMk/>
            <pc:sldMk cId="3510345024" sldId="257"/>
            <ac:spMk id="11" creationId="{CC509FCA-1458-466E-1A09-08233FC37269}"/>
          </ac:spMkLst>
        </pc:spChg>
        <pc:spChg chg="del">
          <ac:chgData name="Kyler Howard" userId="91ab63ab47daf7fe" providerId="LiveId" clId="{5288DE94-A981-4D3B-86A3-908CF290DBEC}" dt="2025-04-14T16:34:30.845" v="124" actId="478"/>
          <ac:spMkLst>
            <pc:docMk/>
            <pc:sldMk cId="3510345024" sldId="257"/>
            <ac:spMk id="12" creationId="{7D663047-226B-9341-1BD8-CC22CADE6F5F}"/>
          </ac:spMkLst>
        </pc:spChg>
        <pc:spChg chg="del mod">
          <ac:chgData name="Kyler Howard" userId="91ab63ab47daf7fe" providerId="LiveId" clId="{5288DE94-A981-4D3B-86A3-908CF290DBEC}" dt="2025-04-14T16:33:29.390" v="108" actId="478"/>
          <ac:spMkLst>
            <pc:docMk/>
            <pc:sldMk cId="3510345024" sldId="257"/>
            <ac:spMk id="13" creationId="{0D237E1C-C770-6063-BB90-FD3CC2339279}"/>
          </ac:spMkLst>
        </pc:spChg>
        <pc:spChg chg="mod">
          <ac:chgData name="Kyler Howard" userId="91ab63ab47daf7fe" providerId="LiveId" clId="{5288DE94-A981-4D3B-86A3-908CF290DBEC}" dt="2025-04-14T16:38:28.336" v="172"/>
          <ac:spMkLst>
            <pc:docMk/>
            <pc:sldMk cId="3510345024" sldId="257"/>
            <ac:spMk id="14" creationId="{00000000-0000-0000-0000-000000000000}"/>
          </ac:spMkLst>
        </pc:spChg>
        <pc:spChg chg="mod">
          <ac:chgData name="Kyler Howard" userId="91ab63ab47daf7fe" providerId="LiveId" clId="{5288DE94-A981-4D3B-86A3-908CF290DBEC}" dt="2025-04-14T17:01:01.965" v="260" actId="165"/>
          <ac:spMkLst>
            <pc:docMk/>
            <pc:sldMk cId="3510345024" sldId="257"/>
            <ac:spMk id="18" creationId="{00000000-0000-0000-0000-000000000000}"/>
          </ac:spMkLst>
        </pc:spChg>
        <pc:spChg chg="mod topLvl">
          <ac:chgData name="Kyler Howard" userId="91ab63ab47daf7fe" providerId="LiveId" clId="{5288DE94-A981-4D3B-86A3-908CF290DBEC}" dt="2025-04-14T17:01:07.932" v="261" actId="165"/>
          <ac:spMkLst>
            <pc:docMk/>
            <pc:sldMk cId="3510345024" sldId="257"/>
            <ac:spMk id="19" creationId="{00000000-0000-0000-0000-000000000000}"/>
          </ac:spMkLst>
        </pc:spChg>
        <pc:spChg chg="mod topLvl">
          <ac:chgData name="Kyler Howard" userId="91ab63ab47daf7fe" providerId="LiveId" clId="{5288DE94-A981-4D3B-86A3-908CF290DBEC}" dt="2025-04-14T17:01:07.932" v="261" actId="165"/>
          <ac:spMkLst>
            <pc:docMk/>
            <pc:sldMk cId="3510345024" sldId="257"/>
            <ac:spMk id="20" creationId="{00000000-0000-0000-0000-000000000000}"/>
          </ac:spMkLst>
        </pc:spChg>
        <pc:spChg chg="mod">
          <ac:chgData name="Kyler Howard" userId="91ab63ab47daf7fe" providerId="LiveId" clId="{5288DE94-A981-4D3B-86A3-908CF290DBEC}" dt="2025-04-14T17:01:01.965" v="260" actId="165"/>
          <ac:spMkLst>
            <pc:docMk/>
            <pc:sldMk cId="3510345024" sldId="257"/>
            <ac:spMk id="21" creationId="{00000000-0000-0000-0000-000000000000}"/>
          </ac:spMkLst>
        </pc:spChg>
        <pc:spChg chg="mod">
          <ac:chgData name="Kyler Howard" userId="91ab63ab47daf7fe" providerId="LiveId" clId="{5288DE94-A981-4D3B-86A3-908CF290DBEC}" dt="2025-04-14T16:59:51.745" v="250" actId="164"/>
          <ac:spMkLst>
            <pc:docMk/>
            <pc:sldMk cId="3510345024" sldId="257"/>
            <ac:spMk id="22" creationId="{00000000-0000-0000-0000-000000000000}"/>
          </ac:spMkLst>
        </pc:spChg>
        <pc:spChg chg="mod topLvl">
          <ac:chgData name="Kyler Howard" userId="91ab63ab47daf7fe" providerId="LiveId" clId="{5288DE94-A981-4D3B-86A3-908CF290DBEC}" dt="2025-04-14T17:01:07.932" v="261" actId="165"/>
          <ac:spMkLst>
            <pc:docMk/>
            <pc:sldMk cId="3510345024" sldId="257"/>
            <ac:spMk id="23" creationId="{00000000-0000-0000-0000-000000000000}"/>
          </ac:spMkLst>
        </pc:spChg>
        <pc:spChg chg="mod topLvl">
          <ac:chgData name="Kyler Howard" userId="91ab63ab47daf7fe" providerId="LiveId" clId="{5288DE94-A981-4D3B-86A3-908CF290DBEC}" dt="2025-04-14T17:01:07.932" v="261" actId="165"/>
          <ac:spMkLst>
            <pc:docMk/>
            <pc:sldMk cId="3510345024" sldId="257"/>
            <ac:spMk id="24" creationId="{00000000-0000-0000-0000-000000000000}"/>
          </ac:spMkLst>
        </pc:spChg>
        <pc:spChg chg="mod">
          <ac:chgData name="Kyler Howard" userId="91ab63ab47daf7fe" providerId="LiveId" clId="{5288DE94-A981-4D3B-86A3-908CF290DBEC}" dt="2025-04-14T16:57:02.539" v="210" actId="164"/>
          <ac:spMkLst>
            <pc:docMk/>
            <pc:sldMk cId="3510345024" sldId="257"/>
            <ac:spMk id="25" creationId="{00000000-0000-0000-0000-000000000000}"/>
          </ac:spMkLst>
        </pc:spChg>
        <pc:spChg chg="mod">
          <ac:chgData name="Kyler Howard" userId="91ab63ab47daf7fe" providerId="LiveId" clId="{5288DE94-A981-4D3B-86A3-908CF290DBEC}" dt="2025-04-14T16:57:02.539" v="210" actId="164"/>
          <ac:spMkLst>
            <pc:docMk/>
            <pc:sldMk cId="3510345024" sldId="257"/>
            <ac:spMk id="26" creationId="{00000000-0000-0000-0000-000000000000}"/>
          </ac:spMkLst>
        </pc:spChg>
        <pc:spChg chg="mod">
          <ac:chgData name="Kyler Howard" userId="91ab63ab47daf7fe" providerId="LiveId" clId="{5288DE94-A981-4D3B-86A3-908CF290DBEC}" dt="2025-04-14T16:59:47.251" v="249" actId="164"/>
          <ac:spMkLst>
            <pc:docMk/>
            <pc:sldMk cId="3510345024" sldId="257"/>
            <ac:spMk id="27" creationId="{00000000-0000-0000-0000-000000000000}"/>
          </ac:spMkLst>
        </pc:spChg>
        <pc:spChg chg="mod">
          <ac:chgData name="Kyler Howard" userId="91ab63ab47daf7fe" providerId="LiveId" clId="{5288DE94-A981-4D3B-86A3-908CF290DBEC}" dt="2025-04-14T17:01:01.965" v="260" actId="165"/>
          <ac:spMkLst>
            <pc:docMk/>
            <pc:sldMk cId="3510345024" sldId="257"/>
            <ac:spMk id="28" creationId="{00000000-0000-0000-0000-000000000000}"/>
          </ac:spMkLst>
        </pc:spChg>
        <pc:spChg chg="mod topLvl">
          <ac:chgData name="Kyler Howard" userId="91ab63ab47daf7fe" providerId="LiveId" clId="{5288DE94-A981-4D3B-86A3-908CF290DBEC}" dt="2025-04-14T17:01:07.932" v="261" actId="165"/>
          <ac:spMkLst>
            <pc:docMk/>
            <pc:sldMk cId="3510345024" sldId="257"/>
            <ac:spMk id="29" creationId="{00000000-0000-0000-0000-000000000000}"/>
          </ac:spMkLst>
        </pc:spChg>
        <pc:spChg chg="add mod topLvl">
          <ac:chgData name="Kyler Howard" userId="91ab63ab47daf7fe" providerId="LiveId" clId="{5288DE94-A981-4D3B-86A3-908CF290DBEC}" dt="2025-04-14T17:01:07.932" v="261" actId="165"/>
          <ac:spMkLst>
            <pc:docMk/>
            <pc:sldMk cId="3510345024" sldId="257"/>
            <ac:spMk id="33" creationId="{89600ACC-9472-CB7E-38B5-3B499C445981}"/>
          </ac:spMkLst>
        </pc:spChg>
        <pc:spChg chg="mod">
          <ac:chgData name="Kyler Howard" userId="91ab63ab47daf7fe" providerId="LiveId" clId="{5288DE94-A981-4D3B-86A3-908CF290DBEC}" dt="2025-04-14T17:01:01.965" v="260" actId="165"/>
          <ac:spMkLst>
            <pc:docMk/>
            <pc:sldMk cId="3510345024" sldId="257"/>
            <ac:spMk id="34" creationId="{00000000-0000-0000-0000-000000000000}"/>
          </ac:spMkLst>
        </pc:spChg>
        <pc:spChg chg="mod">
          <ac:chgData name="Kyler Howard" userId="91ab63ab47daf7fe" providerId="LiveId" clId="{5288DE94-A981-4D3B-86A3-908CF290DBEC}" dt="2025-04-14T17:01:07.932" v="261" actId="165"/>
          <ac:spMkLst>
            <pc:docMk/>
            <pc:sldMk cId="3510345024" sldId="257"/>
            <ac:spMk id="37" creationId="{00000000-0000-0000-0000-000000000000}"/>
          </ac:spMkLst>
        </pc:spChg>
        <pc:spChg chg="mod">
          <ac:chgData name="Kyler Howard" userId="91ab63ab47daf7fe" providerId="LiveId" clId="{5288DE94-A981-4D3B-86A3-908CF290DBEC}" dt="2025-04-14T16:57:02.539" v="210" actId="164"/>
          <ac:spMkLst>
            <pc:docMk/>
            <pc:sldMk cId="3510345024" sldId="257"/>
            <ac:spMk id="38" creationId="{00000000-0000-0000-0000-000000000000}"/>
          </ac:spMkLst>
        </pc:spChg>
        <pc:spChg chg="add mod">
          <ac:chgData name="Kyler Howard" userId="91ab63ab47daf7fe" providerId="LiveId" clId="{5288DE94-A981-4D3B-86A3-908CF290DBEC}" dt="2025-04-14T17:01:07.932" v="261" actId="165"/>
          <ac:spMkLst>
            <pc:docMk/>
            <pc:sldMk cId="3510345024" sldId="257"/>
            <ac:spMk id="40" creationId="{D403C580-FC55-B0EA-4C78-FC3854525DC0}"/>
          </ac:spMkLst>
        </pc:spChg>
        <pc:spChg chg="add mod ord">
          <ac:chgData name="Kyler Howard" userId="91ab63ab47daf7fe" providerId="LiveId" clId="{5288DE94-A981-4D3B-86A3-908CF290DBEC}" dt="2025-04-14T17:01:01.965" v="260" actId="165"/>
          <ac:spMkLst>
            <pc:docMk/>
            <pc:sldMk cId="3510345024" sldId="257"/>
            <ac:spMk id="42" creationId="{257EDFFA-96D7-C898-5427-69C17725FD30}"/>
          </ac:spMkLst>
        </pc:spChg>
        <pc:spChg chg="add mod ord">
          <ac:chgData name="Kyler Howard" userId="91ab63ab47daf7fe" providerId="LiveId" clId="{5288DE94-A981-4D3B-86A3-908CF290DBEC}" dt="2025-04-14T17:01:01.965" v="260" actId="165"/>
          <ac:spMkLst>
            <pc:docMk/>
            <pc:sldMk cId="3510345024" sldId="257"/>
            <ac:spMk id="43" creationId="{D717C363-6CC3-A5D9-631D-A899C011EE48}"/>
          </ac:spMkLst>
        </pc:spChg>
        <pc:spChg chg="mod">
          <ac:chgData name="Kyler Howard" userId="91ab63ab47daf7fe" providerId="LiveId" clId="{5288DE94-A981-4D3B-86A3-908CF290DBEC}" dt="2025-04-14T17:01:07.932" v="261" actId="165"/>
          <ac:spMkLst>
            <pc:docMk/>
            <pc:sldMk cId="3510345024" sldId="257"/>
            <ac:spMk id="44" creationId="{00000000-0000-0000-0000-000000000000}"/>
          </ac:spMkLst>
        </pc:spChg>
        <pc:spChg chg="add del mod">
          <ac:chgData name="Kyler Howard" userId="91ab63ab47daf7fe" providerId="LiveId" clId="{5288DE94-A981-4D3B-86A3-908CF290DBEC}" dt="2025-04-14T16:37:41.260" v="160" actId="478"/>
          <ac:spMkLst>
            <pc:docMk/>
            <pc:sldMk cId="3510345024" sldId="257"/>
            <ac:spMk id="45" creationId="{4F772714-2FD0-F246-5055-B7DBD5D6807A}"/>
          </ac:spMkLst>
        </pc:spChg>
        <pc:spChg chg="add del">
          <ac:chgData name="Kyler Howard" userId="91ab63ab47daf7fe" providerId="LiveId" clId="{5288DE94-A981-4D3B-86A3-908CF290DBEC}" dt="2025-04-14T16:38:31.409" v="174" actId="22"/>
          <ac:spMkLst>
            <pc:docMk/>
            <pc:sldMk cId="3510345024" sldId="257"/>
            <ac:spMk id="49" creationId="{82D481D0-5B0E-7C63-90D7-D56A0E9B2EBF}"/>
          </ac:spMkLst>
        </pc:spChg>
        <pc:spChg chg="add mod">
          <ac:chgData name="Kyler Howard" userId="91ab63ab47daf7fe" providerId="LiveId" clId="{5288DE94-A981-4D3B-86A3-908CF290DBEC}" dt="2025-04-14T16:57:02.539" v="210" actId="164"/>
          <ac:spMkLst>
            <pc:docMk/>
            <pc:sldMk cId="3510345024" sldId="257"/>
            <ac:spMk id="50" creationId="{0CA7A3A6-8380-D417-0B79-23CC80BABFA7}"/>
          </ac:spMkLst>
        </pc:spChg>
        <pc:spChg chg="add mod">
          <ac:chgData name="Kyler Howard" userId="91ab63ab47daf7fe" providerId="LiveId" clId="{5288DE94-A981-4D3B-86A3-908CF290DBEC}" dt="2025-04-14T16:56:43.868" v="202" actId="164"/>
          <ac:spMkLst>
            <pc:docMk/>
            <pc:sldMk cId="3510345024" sldId="257"/>
            <ac:spMk id="51" creationId="{920CA12C-7DA3-2805-CBB5-39D9F30429FC}"/>
          </ac:spMkLst>
        </pc:spChg>
        <pc:spChg chg="add mod">
          <ac:chgData name="Kyler Howard" userId="91ab63ab47daf7fe" providerId="LiveId" clId="{5288DE94-A981-4D3B-86A3-908CF290DBEC}" dt="2025-04-14T16:56:43.868" v="202" actId="164"/>
          <ac:spMkLst>
            <pc:docMk/>
            <pc:sldMk cId="3510345024" sldId="257"/>
            <ac:spMk id="52" creationId="{B1B5385B-278D-7E16-4309-5ECD9FB3195D}"/>
          </ac:spMkLst>
        </pc:spChg>
        <pc:spChg chg="add mod">
          <ac:chgData name="Kyler Howard" userId="91ab63ab47daf7fe" providerId="LiveId" clId="{5288DE94-A981-4D3B-86A3-908CF290DBEC}" dt="2025-04-14T16:56:51.771" v="206" actId="164"/>
          <ac:spMkLst>
            <pc:docMk/>
            <pc:sldMk cId="3510345024" sldId="257"/>
            <ac:spMk id="54" creationId="{3DCA1207-36D9-9AEB-56C0-8EBF5805817F}"/>
          </ac:spMkLst>
        </pc:spChg>
        <pc:spChg chg="add mod">
          <ac:chgData name="Kyler Howard" userId="91ab63ab47daf7fe" providerId="LiveId" clId="{5288DE94-A981-4D3B-86A3-908CF290DBEC}" dt="2025-04-14T16:56:51.771" v="206" actId="164"/>
          <ac:spMkLst>
            <pc:docMk/>
            <pc:sldMk cId="3510345024" sldId="257"/>
            <ac:spMk id="55" creationId="{AF304EB1-85A9-A6BE-1692-3F8C8BA8A880}"/>
          </ac:spMkLst>
        </pc:spChg>
        <pc:spChg chg="del mod">
          <ac:chgData name="Kyler Howard" userId="91ab63ab47daf7fe" providerId="LiveId" clId="{5288DE94-A981-4D3B-86A3-908CF290DBEC}" dt="2025-04-14T16:31:57.452" v="58" actId="478"/>
          <ac:spMkLst>
            <pc:docMk/>
            <pc:sldMk cId="3510345024" sldId="257"/>
            <ac:spMk id="69" creationId="{00000000-0000-0000-0000-000000000000}"/>
          </ac:spMkLst>
        </pc:spChg>
        <pc:spChg chg="del mod">
          <ac:chgData name="Kyler Howard" userId="91ab63ab47daf7fe" providerId="LiveId" clId="{5288DE94-A981-4D3B-86A3-908CF290DBEC}" dt="2025-04-14T16:39:09.972" v="181" actId="478"/>
          <ac:spMkLst>
            <pc:docMk/>
            <pc:sldMk cId="3510345024" sldId="257"/>
            <ac:spMk id="75" creationId="{D5CBFE54-2B16-7396-295D-0864FA4BAEF0}"/>
          </ac:spMkLst>
        </pc:spChg>
        <pc:spChg chg="del mod">
          <ac:chgData name="Kyler Howard" userId="91ab63ab47daf7fe" providerId="LiveId" clId="{5288DE94-A981-4D3B-86A3-908CF290DBEC}" dt="2025-04-14T16:39:09.972" v="181" actId="478"/>
          <ac:spMkLst>
            <pc:docMk/>
            <pc:sldMk cId="3510345024" sldId="257"/>
            <ac:spMk id="76" creationId="{E5627056-3226-1E86-CF0C-2FD026467EC3}"/>
          </ac:spMkLst>
        </pc:spChg>
        <pc:spChg chg="mod">
          <ac:chgData name="Kyler Howard" userId="91ab63ab47daf7fe" providerId="LiveId" clId="{5288DE94-A981-4D3B-86A3-908CF290DBEC}" dt="2025-04-14T16:56:51.771" v="206" actId="164"/>
          <ac:spMkLst>
            <pc:docMk/>
            <pc:sldMk cId="3510345024" sldId="257"/>
            <ac:spMk id="77" creationId="{3BB2CD03-2087-BC6D-6A3A-39452D1E080B}"/>
          </ac:spMkLst>
        </pc:spChg>
        <pc:spChg chg="del mod">
          <ac:chgData name="Kyler Howard" userId="91ab63ab47daf7fe" providerId="LiveId" clId="{5288DE94-A981-4D3B-86A3-908CF290DBEC}" dt="2025-04-14T16:39:09.972" v="181" actId="478"/>
          <ac:spMkLst>
            <pc:docMk/>
            <pc:sldMk cId="3510345024" sldId="257"/>
            <ac:spMk id="83" creationId="{C150D34A-780C-5EE7-1B20-DCA983DC7E9F}"/>
          </ac:spMkLst>
        </pc:spChg>
        <pc:spChg chg="mod">
          <ac:chgData name="Kyler Howard" userId="91ab63ab47daf7fe" providerId="LiveId" clId="{5288DE94-A981-4D3B-86A3-908CF290DBEC}" dt="2025-04-14T16:58:48.205" v="240" actId="164"/>
          <ac:spMkLst>
            <pc:docMk/>
            <pc:sldMk cId="3510345024" sldId="257"/>
            <ac:spMk id="88" creationId="{F515CAC0-58B3-E6C2-C5C6-C3F8B94B1997}"/>
          </ac:spMkLst>
        </pc:spChg>
        <pc:spChg chg="del mod">
          <ac:chgData name="Kyler Howard" userId="91ab63ab47daf7fe" providerId="LiveId" clId="{5288DE94-A981-4D3B-86A3-908CF290DBEC}" dt="2025-04-14T16:39:09.972" v="181" actId="478"/>
          <ac:spMkLst>
            <pc:docMk/>
            <pc:sldMk cId="3510345024" sldId="257"/>
            <ac:spMk id="89" creationId="{FECB9B44-AD28-6DCE-F464-1A32014634BE}"/>
          </ac:spMkLst>
        </pc:spChg>
        <pc:spChg chg="mod">
          <ac:chgData name="Kyler Howard" userId="91ab63ab47daf7fe" providerId="LiveId" clId="{5288DE94-A981-4D3B-86A3-908CF290DBEC}" dt="2025-04-14T16:56:43.868" v="202" actId="164"/>
          <ac:spMkLst>
            <pc:docMk/>
            <pc:sldMk cId="3510345024" sldId="257"/>
            <ac:spMk id="92" creationId="{3F1DD868-2434-5FD8-00E5-FBBE9465C6F4}"/>
          </ac:spMkLst>
        </pc:spChg>
        <pc:spChg chg="del">
          <ac:chgData name="Kyler Howard" userId="91ab63ab47daf7fe" providerId="LiveId" clId="{5288DE94-A981-4D3B-86A3-908CF290DBEC}" dt="2025-04-14T16:39:06.882" v="180" actId="478"/>
          <ac:spMkLst>
            <pc:docMk/>
            <pc:sldMk cId="3510345024" sldId="257"/>
            <ac:spMk id="95" creationId="{E66D4AB4-E4D4-5E32-BF30-B28EB4E6A718}"/>
          </ac:spMkLst>
        </pc:spChg>
        <pc:spChg chg="del">
          <ac:chgData name="Kyler Howard" userId="91ab63ab47daf7fe" providerId="LiveId" clId="{5288DE94-A981-4D3B-86A3-908CF290DBEC}" dt="2025-04-14T16:39:06.882" v="180" actId="478"/>
          <ac:spMkLst>
            <pc:docMk/>
            <pc:sldMk cId="3510345024" sldId="257"/>
            <ac:spMk id="97" creationId="{12B1B492-9A85-B0B2-4A1E-722D386CEE54}"/>
          </ac:spMkLst>
        </pc:spChg>
        <pc:spChg chg="del mod">
          <ac:chgData name="Kyler Howard" userId="91ab63ab47daf7fe" providerId="LiveId" clId="{5288DE94-A981-4D3B-86A3-908CF290DBEC}" dt="2025-04-14T16:39:06.882" v="180" actId="478"/>
          <ac:spMkLst>
            <pc:docMk/>
            <pc:sldMk cId="3510345024" sldId="257"/>
            <ac:spMk id="98" creationId="{3CC8D574-63C2-CE22-3E71-F7318D714DE6}"/>
          </ac:spMkLst>
        </pc:spChg>
        <pc:spChg chg="mod">
          <ac:chgData name="Kyler Howard" userId="91ab63ab47daf7fe" providerId="LiveId" clId="{5288DE94-A981-4D3B-86A3-908CF290DBEC}" dt="2025-04-14T17:01:07.932" v="261" actId="165"/>
          <ac:spMkLst>
            <pc:docMk/>
            <pc:sldMk cId="3510345024" sldId="257"/>
            <ac:spMk id="116" creationId="{E0C71D54-B95B-8FD6-5B25-4EE82B5EBE65}"/>
          </ac:spMkLst>
        </pc:spChg>
        <pc:spChg chg="mod">
          <ac:chgData name="Kyler Howard" userId="91ab63ab47daf7fe" providerId="LiveId" clId="{5288DE94-A981-4D3B-86A3-908CF290DBEC}" dt="2025-04-14T17:01:01.965" v="260" actId="165"/>
          <ac:spMkLst>
            <pc:docMk/>
            <pc:sldMk cId="3510345024" sldId="257"/>
            <ac:spMk id="127" creationId="{00000000-0000-0000-0000-000000000000}"/>
          </ac:spMkLst>
        </pc:spChg>
        <pc:spChg chg="mod">
          <ac:chgData name="Kyler Howard" userId="91ab63ab47daf7fe" providerId="LiveId" clId="{5288DE94-A981-4D3B-86A3-908CF290DBEC}" dt="2025-04-14T17:01:01.965" v="260" actId="165"/>
          <ac:spMkLst>
            <pc:docMk/>
            <pc:sldMk cId="3510345024" sldId="257"/>
            <ac:spMk id="130" creationId="{00000000-0000-0000-0000-000000000000}"/>
          </ac:spMkLst>
        </pc:spChg>
        <pc:spChg chg="mod">
          <ac:chgData name="Kyler Howard" userId="91ab63ab47daf7fe" providerId="LiveId" clId="{5288DE94-A981-4D3B-86A3-908CF290DBEC}" dt="2025-04-14T17:01:01.965" v="260" actId="165"/>
          <ac:spMkLst>
            <pc:docMk/>
            <pc:sldMk cId="3510345024" sldId="257"/>
            <ac:spMk id="137" creationId="{00000000-0000-0000-0000-000000000000}"/>
          </ac:spMkLst>
        </pc:spChg>
        <pc:grpChg chg="del">
          <ac:chgData name="Kyler Howard" userId="91ab63ab47daf7fe" providerId="LiveId" clId="{5288DE94-A981-4D3B-86A3-908CF290DBEC}" dt="2025-04-14T16:29:16.543" v="32" actId="478"/>
          <ac:grpSpMkLst>
            <pc:docMk/>
            <pc:sldMk cId="3510345024" sldId="257"/>
            <ac:grpSpMk id="39" creationId="{00000000-0000-0000-0000-000000000000}"/>
          </ac:grpSpMkLst>
        </pc:grpChg>
        <pc:grpChg chg="add mod">
          <ac:chgData name="Kyler Howard" userId="91ab63ab47daf7fe" providerId="LiveId" clId="{5288DE94-A981-4D3B-86A3-908CF290DBEC}" dt="2025-04-14T16:58:06.886" v="228" actId="164"/>
          <ac:grpSpMkLst>
            <pc:docMk/>
            <pc:sldMk cId="3510345024" sldId="257"/>
            <ac:grpSpMk id="57" creationId="{BDC0C31C-DF10-C33F-EA50-F7DBBB2F43EA}"/>
          </ac:grpSpMkLst>
        </pc:grpChg>
        <pc:grpChg chg="add mod">
          <ac:chgData name="Kyler Howard" userId="91ab63ab47daf7fe" providerId="LiveId" clId="{5288DE94-A981-4D3B-86A3-908CF290DBEC}" dt="2025-04-14T16:56:33.835" v="200" actId="164"/>
          <ac:grpSpMkLst>
            <pc:docMk/>
            <pc:sldMk cId="3510345024" sldId="257"/>
            <ac:grpSpMk id="59" creationId="{A83C2A02-6B32-35B0-3C09-52A02B0C94F9}"/>
          </ac:grpSpMkLst>
        </pc:grpChg>
        <pc:grpChg chg="add mod">
          <ac:chgData name="Kyler Howard" userId="91ab63ab47daf7fe" providerId="LiveId" clId="{5288DE94-A981-4D3B-86A3-908CF290DBEC}" dt="2025-04-14T16:56:33.835" v="200" actId="164"/>
          <ac:grpSpMkLst>
            <pc:docMk/>
            <pc:sldMk cId="3510345024" sldId="257"/>
            <ac:grpSpMk id="60" creationId="{9BC2ADA4-533C-1AB6-2D97-70394D0CB33D}"/>
          </ac:grpSpMkLst>
        </pc:grpChg>
        <pc:grpChg chg="add mod">
          <ac:chgData name="Kyler Howard" userId="91ab63ab47daf7fe" providerId="LiveId" clId="{5288DE94-A981-4D3B-86A3-908CF290DBEC}" dt="2025-04-14T16:56:33.835" v="200" actId="164"/>
          <ac:grpSpMkLst>
            <pc:docMk/>
            <pc:sldMk cId="3510345024" sldId="257"/>
            <ac:grpSpMk id="61" creationId="{251B0E49-91CA-0601-DA97-8042B28881AD}"/>
          </ac:grpSpMkLst>
        </pc:grpChg>
        <pc:grpChg chg="add mod">
          <ac:chgData name="Kyler Howard" userId="91ab63ab47daf7fe" providerId="LiveId" clId="{5288DE94-A981-4D3B-86A3-908CF290DBEC}" dt="2025-04-14T16:57:02.539" v="210" actId="164"/>
          <ac:grpSpMkLst>
            <pc:docMk/>
            <pc:sldMk cId="3510345024" sldId="257"/>
            <ac:grpSpMk id="62" creationId="{A9807676-1144-0B6A-3047-6319642E926A}"/>
          </ac:grpSpMkLst>
        </pc:grpChg>
        <pc:grpChg chg="add mod">
          <ac:chgData name="Kyler Howard" userId="91ab63ab47daf7fe" providerId="LiveId" clId="{5288DE94-A981-4D3B-86A3-908CF290DBEC}" dt="2025-04-14T16:57:02.539" v="210" actId="164"/>
          <ac:grpSpMkLst>
            <pc:docMk/>
            <pc:sldMk cId="3510345024" sldId="257"/>
            <ac:grpSpMk id="63" creationId="{60BD2B09-081C-917A-800F-F1FE7DD56087}"/>
          </ac:grpSpMkLst>
        </pc:grpChg>
        <pc:grpChg chg="add mod">
          <ac:chgData name="Kyler Howard" userId="91ab63ab47daf7fe" providerId="LiveId" clId="{5288DE94-A981-4D3B-86A3-908CF290DBEC}" dt="2025-04-14T17:00:56.970" v="259" actId="408"/>
          <ac:grpSpMkLst>
            <pc:docMk/>
            <pc:sldMk cId="3510345024" sldId="257"/>
            <ac:grpSpMk id="64" creationId="{894FD0B0-0413-0634-5417-148676558C8E}"/>
          </ac:grpSpMkLst>
        </pc:grpChg>
        <pc:grpChg chg="add mod">
          <ac:chgData name="Kyler Howard" userId="91ab63ab47daf7fe" providerId="LiveId" clId="{5288DE94-A981-4D3B-86A3-908CF290DBEC}" dt="2025-04-14T16:58:16.611" v="231" actId="164"/>
          <ac:grpSpMkLst>
            <pc:docMk/>
            <pc:sldMk cId="3510345024" sldId="257"/>
            <ac:grpSpMk id="65" creationId="{BB639735-AE22-2590-F525-A359796BAEA4}"/>
          </ac:grpSpMkLst>
        </pc:grpChg>
        <pc:grpChg chg="add mod">
          <ac:chgData name="Kyler Howard" userId="91ab63ab47daf7fe" providerId="LiveId" clId="{5288DE94-A981-4D3B-86A3-908CF290DBEC}" dt="2025-04-14T16:58:16.611" v="231" actId="164"/>
          <ac:grpSpMkLst>
            <pc:docMk/>
            <pc:sldMk cId="3510345024" sldId="257"/>
            <ac:grpSpMk id="66" creationId="{BBF7800D-FC6D-5EC3-32DA-046E56AADAE1}"/>
          </ac:grpSpMkLst>
        </pc:grpChg>
        <pc:grpChg chg="add mod">
          <ac:chgData name="Kyler Howard" userId="91ab63ab47daf7fe" providerId="LiveId" clId="{5288DE94-A981-4D3B-86A3-908CF290DBEC}" dt="2025-04-14T17:00:44.668" v="257" actId="1076"/>
          <ac:grpSpMkLst>
            <pc:docMk/>
            <pc:sldMk cId="3510345024" sldId="257"/>
            <ac:grpSpMk id="67" creationId="{59C44E5D-0AA6-A99B-C7FE-7D6D5975249D}"/>
          </ac:grpSpMkLst>
        </pc:grpChg>
        <pc:grpChg chg="add mod">
          <ac:chgData name="Kyler Howard" userId="91ab63ab47daf7fe" providerId="LiveId" clId="{5288DE94-A981-4D3B-86A3-908CF290DBEC}" dt="2025-04-14T17:00:03.595" v="252" actId="164"/>
          <ac:grpSpMkLst>
            <pc:docMk/>
            <pc:sldMk cId="3510345024" sldId="257"/>
            <ac:grpSpMk id="68" creationId="{C7E05BBB-F341-6083-943A-2CC1AF503BCB}"/>
          </ac:grpSpMkLst>
        </pc:grpChg>
        <pc:grpChg chg="add mod">
          <ac:chgData name="Kyler Howard" userId="91ab63ab47daf7fe" providerId="LiveId" clId="{5288DE94-A981-4D3B-86A3-908CF290DBEC}" dt="2025-04-14T17:00:37.573" v="256" actId="164"/>
          <ac:grpSpMkLst>
            <pc:docMk/>
            <pc:sldMk cId="3510345024" sldId="257"/>
            <ac:grpSpMk id="70" creationId="{00B55532-F24F-D05D-C830-0BD0AF1E9A2A}"/>
          </ac:grpSpMkLst>
        </pc:grpChg>
        <pc:grpChg chg="add mod">
          <ac:chgData name="Kyler Howard" userId="91ab63ab47daf7fe" providerId="LiveId" clId="{5288DE94-A981-4D3B-86A3-908CF290DBEC}" dt="2025-04-14T17:00:37.573" v="256" actId="164"/>
          <ac:grpSpMkLst>
            <pc:docMk/>
            <pc:sldMk cId="3510345024" sldId="257"/>
            <ac:grpSpMk id="71" creationId="{70090860-3CF0-5082-B9E3-594699453446}"/>
          </ac:grpSpMkLst>
        </pc:grpChg>
        <pc:grpChg chg="add mod">
          <ac:chgData name="Kyler Howard" userId="91ab63ab47daf7fe" providerId="LiveId" clId="{5288DE94-A981-4D3B-86A3-908CF290DBEC}" dt="2025-04-14T17:00:37.573" v="256" actId="164"/>
          <ac:grpSpMkLst>
            <pc:docMk/>
            <pc:sldMk cId="3510345024" sldId="257"/>
            <ac:grpSpMk id="72" creationId="{2818CEA0-99EB-8BAD-410D-6007D92E9067}"/>
          </ac:grpSpMkLst>
        </pc:grpChg>
        <pc:grpChg chg="add mod">
          <ac:chgData name="Kyler Howard" userId="91ab63ab47daf7fe" providerId="LiveId" clId="{5288DE94-A981-4D3B-86A3-908CF290DBEC}" dt="2025-04-14T17:00:51.957" v="258" actId="1076"/>
          <ac:grpSpMkLst>
            <pc:docMk/>
            <pc:sldMk cId="3510345024" sldId="257"/>
            <ac:grpSpMk id="73" creationId="{4A51D77B-FF1A-AC1B-B912-6C7FB411B179}"/>
          </ac:grpSpMkLst>
        </pc:grpChg>
        <pc:picChg chg="del">
          <ac:chgData name="Kyler Howard" userId="91ab63ab47daf7fe" providerId="LiveId" clId="{5288DE94-A981-4D3B-86A3-908CF290DBEC}" dt="2025-04-14T16:33:26.494" v="106" actId="478"/>
          <ac:picMkLst>
            <pc:docMk/>
            <pc:sldMk cId="3510345024" sldId="257"/>
            <ac:picMk id="5" creationId="{C78A334A-DFBE-1738-01F2-9B3A80F4B04B}"/>
          </ac:picMkLst>
        </pc:picChg>
        <pc:picChg chg="del">
          <ac:chgData name="Kyler Howard" userId="91ab63ab47daf7fe" providerId="LiveId" clId="{5288DE94-A981-4D3B-86A3-908CF290DBEC}" dt="2025-04-14T16:33:26.879" v="107" actId="478"/>
          <ac:picMkLst>
            <pc:docMk/>
            <pc:sldMk cId="3510345024" sldId="257"/>
            <ac:picMk id="17" creationId="{5BE28FB9-86FB-CCE1-9088-EBE5FE4AFB19}"/>
          </ac:picMkLst>
        </pc:picChg>
        <pc:picChg chg="del">
          <ac:chgData name="Kyler Howard" userId="91ab63ab47daf7fe" providerId="LiveId" clId="{5288DE94-A981-4D3B-86A3-908CF290DBEC}" dt="2025-04-14T16:37:33.056" v="157" actId="478"/>
          <ac:picMkLst>
            <pc:docMk/>
            <pc:sldMk cId="3510345024" sldId="257"/>
            <ac:picMk id="31" creationId="{AAE9989C-E6FA-8126-BE28-5F12F214BD2A}"/>
          </ac:picMkLst>
        </pc:picChg>
        <pc:picChg chg="del">
          <ac:chgData name="Kyler Howard" userId="91ab63ab47daf7fe" providerId="LiveId" clId="{5288DE94-A981-4D3B-86A3-908CF290DBEC}" dt="2025-04-14T16:37:32.603" v="156" actId="478"/>
          <ac:picMkLst>
            <pc:docMk/>
            <pc:sldMk cId="3510345024" sldId="257"/>
            <ac:picMk id="32" creationId="{5D17AE0F-6FEF-0FCD-DC60-F6104BECF3C1}"/>
          </ac:picMkLst>
        </pc:picChg>
        <pc:picChg chg="add mod">
          <ac:chgData name="Kyler Howard" userId="91ab63ab47daf7fe" providerId="LiveId" clId="{5288DE94-A981-4D3B-86A3-908CF290DBEC}" dt="2025-04-14T16:55:55.670" v="193" actId="164"/>
          <ac:picMkLst>
            <pc:docMk/>
            <pc:sldMk cId="3510345024" sldId="257"/>
            <ac:picMk id="36" creationId="{DADFA2C1-985D-46D9-749A-02ED129AB6B5}"/>
          </ac:picMkLst>
        </pc:picChg>
        <pc:picChg chg="add mod">
          <ac:chgData name="Kyler Howard" userId="91ab63ab47daf7fe" providerId="LiveId" clId="{5288DE94-A981-4D3B-86A3-908CF290DBEC}" dt="2025-04-14T16:55:55.670" v="193" actId="164"/>
          <ac:picMkLst>
            <pc:docMk/>
            <pc:sldMk cId="3510345024" sldId="257"/>
            <ac:picMk id="41" creationId="{9EE61FF4-56CD-6A9E-952F-63CD591B2221}"/>
          </ac:picMkLst>
        </pc:picChg>
        <pc:picChg chg="add mod">
          <ac:chgData name="Kyler Howard" userId="91ab63ab47daf7fe" providerId="LiveId" clId="{5288DE94-A981-4D3B-86A3-908CF290DBEC}" dt="2025-04-14T16:58:48.205" v="240" actId="164"/>
          <ac:picMkLst>
            <pc:docMk/>
            <pc:sldMk cId="3510345024" sldId="257"/>
            <ac:picMk id="46" creationId="{15F64A1A-5073-DDB3-3A98-B4DA4A3AB808}"/>
          </ac:picMkLst>
        </pc:picChg>
        <pc:picChg chg="add mod">
          <ac:chgData name="Kyler Howard" userId="91ab63ab47daf7fe" providerId="LiveId" clId="{5288DE94-A981-4D3B-86A3-908CF290DBEC}" dt="2025-04-14T16:58:48.205" v="240" actId="164"/>
          <ac:picMkLst>
            <pc:docMk/>
            <pc:sldMk cId="3510345024" sldId="257"/>
            <ac:picMk id="47" creationId="{E6099D64-0629-3179-9F27-C53EE04B96A1}"/>
          </ac:picMkLst>
        </pc:picChg>
        <pc:picChg chg="add mod">
          <ac:chgData name="Kyler Howard" userId="91ab63ab47daf7fe" providerId="LiveId" clId="{5288DE94-A981-4D3B-86A3-908CF290DBEC}" dt="2025-04-14T16:56:43.868" v="202" actId="164"/>
          <ac:picMkLst>
            <pc:docMk/>
            <pc:sldMk cId="3510345024" sldId="257"/>
            <ac:picMk id="53" creationId="{95EA89FE-92EB-3DDC-1A30-21F01B197269}"/>
          </ac:picMkLst>
        </pc:picChg>
        <pc:picChg chg="add mod">
          <ac:chgData name="Kyler Howard" userId="91ab63ab47daf7fe" providerId="LiveId" clId="{5288DE94-A981-4D3B-86A3-908CF290DBEC}" dt="2025-04-14T16:56:51.771" v="206" actId="164"/>
          <ac:picMkLst>
            <pc:docMk/>
            <pc:sldMk cId="3510345024" sldId="257"/>
            <ac:picMk id="56" creationId="{AF9C5DAE-4284-CDD7-FF01-4C2B59D4A933}"/>
          </ac:picMkLst>
        </pc:picChg>
        <pc:picChg chg="del mod">
          <ac:chgData name="Kyler Howard" userId="91ab63ab47daf7fe" providerId="LiveId" clId="{5288DE94-A981-4D3B-86A3-908CF290DBEC}" dt="2025-04-14T16:39:06.882" v="180" actId="478"/>
          <ac:picMkLst>
            <pc:docMk/>
            <pc:sldMk cId="3510345024" sldId="257"/>
            <ac:picMk id="94" creationId="{FF80C7B9-065D-3653-C4B4-5A7BBC74BEC6}"/>
          </ac:picMkLst>
        </pc:picChg>
        <pc:picChg chg="del">
          <ac:chgData name="Kyler Howard" userId="91ab63ab47daf7fe" providerId="LiveId" clId="{5288DE94-A981-4D3B-86A3-908CF290DBEC}" dt="2025-04-14T16:39:09.972" v="181" actId="478"/>
          <ac:picMkLst>
            <pc:docMk/>
            <pc:sldMk cId="3510345024" sldId="257"/>
            <ac:picMk id="100" creationId="{1449B6E0-E5D9-A267-C6A0-5BD6D6049517}"/>
          </ac:picMkLst>
        </pc:picChg>
        <pc:picChg chg="del">
          <ac:chgData name="Kyler Howard" userId="91ab63ab47daf7fe" providerId="LiveId" clId="{5288DE94-A981-4D3B-86A3-908CF290DBEC}" dt="2025-04-14T16:29:15.933" v="31" actId="478"/>
          <ac:picMkLst>
            <pc:docMk/>
            <pc:sldMk cId="3510345024" sldId="257"/>
            <ac:picMk id="119" creationId="{2259C203-913F-1D22-51E0-FE53BEE49754}"/>
          </ac:picMkLst>
        </pc:picChg>
      </pc:sldChg>
      <pc:sldMasterChg chg="setBg modSldLayout">
        <pc:chgData name="Kyler Howard" userId="91ab63ab47daf7fe" providerId="LiveId" clId="{5288DE94-A981-4D3B-86A3-908CF290DBEC}" dt="2025-04-14T16:30:47.004" v="35"/>
        <pc:sldMasterMkLst>
          <pc:docMk/>
          <pc:sldMasterMk cId="3706896384" sldId="2147483696"/>
        </pc:sldMasterMkLst>
        <pc:sldLayoutChg chg="setBg">
          <pc:chgData name="Kyler Howard" userId="91ab63ab47daf7fe" providerId="LiveId" clId="{5288DE94-A981-4D3B-86A3-908CF290DBEC}" dt="2025-04-14T16:30:47.004" v="35"/>
          <pc:sldLayoutMkLst>
            <pc:docMk/>
            <pc:sldMasterMk cId="3706896384" sldId="2147483696"/>
            <pc:sldLayoutMk cId="2538454832" sldId="2147483697"/>
          </pc:sldLayoutMkLst>
        </pc:sldLayoutChg>
        <pc:sldLayoutChg chg="setBg">
          <pc:chgData name="Kyler Howard" userId="91ab63ab47daf7fe" providerId="LiveId" clId="{5288DE94-A981-4D3B-86A3-908CF290DBEC}" dt="2025-04-14T16:30:47.004" v="35"/>
          <pc:sldLayoutMkLst>
            <pc:docMk/>
            <pc:sldMasterMk cId="3706896384" sldId="2147483696"/>
            <pc:sldLayoutMk cId="4049719560" sldId="2147483698"/>
          </pc:sldLayoutMkLst>
        </pc:sldLayoutChg>
        <pc:sldLayoutChg chg="setBg">
          <pc:chgData name="Kyler Howard" userId="91ab63ab47daf7fe" providerId="LiveId" clId="{5288DE94-A981-4D3B-86A3-908CF290DBEC}" dt="2025-04-14T16:30:47.004" v="35"/>
          <pc:sldLayoutMkLst>
            <pc:docMk/>
            <pc:sldMasterMk cId="3706896384" sldId="2147483696"/>
            <pc:sldLayoutMk cId="2125537469" sldId="2147483699"/>
          </pc:sldLayoutMkLst>
        </pc:sldLayoutChg>
        <pc:sldLayoutChg chg="setBg">
          <pc:chgData name="Kyler Howard" userId="91ab63ab47daf7fe" providerId="LiveId" clId="{5288DE94-A981-4D3B-86A3-908CF290DBEC}" dt="2025-04-14T16:30:47.004" v="35"/>
          <pc:sldLayoutMkLst>
            <pc:docMk/>
            <pc:sldMasterMk cId="3706896384" sldId="2147483696"/>
            <pc:sldLayoutMk cId="1488423153" sldId="2147483700"/>
          </pc:sldLayoutMkLst>
        </pc:sldLayoutChg>
        <pc:sldLayoutChg chg="setBg">
          <pc:chgData name="Kyler Howard" userId="91ab63ab47daf7fe" providerId="LiveId" clId="{5288DE94-A981-4D3B-86A3-908CF290DBEC}" dt="2025-04-14T16:30:47.004" v="35"/>
          <pc:sldLayoutMkLst>
            <pc:docMk/>
            <pc:sldMasterMk cId="3706896384" sldId="2147483696"/>
            <pc:sldLayoutMk cId="3239800887" sldId="2147483701"/>
          </pc:sldLayoutMkLst>
        </pc:sldLayoutChg>
        <pc:sldLayoutChg chg="setBg">
          <pc:chgData name="Kyler Howard" userId="91ab63ab47daf7fe" providerId="LiveId" clId="{5288DE94-A981-4D3B-86A3-908CF290DBEC}" dt="2025-04-14T16:30:47.004" v="35"/>
          <pc:sldLayoutMkLst>
            <pc:docMk/>
            <pc:sldMasterMk cId="3706896384" sldId="2147483696"/>
            <pc:sldLayoutMk cId="252931617" sldId="2147483702"/>
          </pc:sldLayoutMkLst>
        </pc:sldLayoutChg>
        <pc:sldLayoutChg chg="setBg">
          <pc:chgData name="Kyler Howard" userId="91ab63ab47daf7fe" providerId="LiveId" clId="{5288DE94-A981-4D3B-86A3-908CF290DBEC}" dt="2025-04-14T16:30:47.004" v="35"/>
          <pc:sldLayoutMkLst>
            <pc:docMk/>
            <pc:sldMasterMk cId="3706896384" sldId="2147483696"/>
            <pc:sldLayoutMk cId="1242884034" sldId="2147483703"/>
          </pc:sldLayoutMkLst>
        </pc:sldLayoutChg>
        <pc:sldLayoutChg chg="setBg">
          <pc:chgData name="Kyler Howard" userId="91ab63ab47daf7fe" providerId="LiveId" clId="{5288DE94-A981-4D3B-86A3-908CF290DBEC}" dt="2025-04-14T16:30:47.004" v="35"/>
          <pc:sldLayoutMkLst>
            <pc:docMk/>
            <pc:sldMasterMk cId="3706896384" sldId="2147483696"/>
            <pc:sldLayoutMk cId="2662516205" sldId="2147483704"/>
          </pc:sldLayoutMkLst>
        </pc:sldLayoutChg>
        <pc:sldLayoutChg chg="setBg">
          <pc:chgData name="Kyler Howard" userId="91ab63ab47daf7fe" providerId="LiveId" clId="{5288DE94-A981-4D3B-86A3-908CF290DBEC}" dt="2025-04-14T16:30:47.004" v="35"/>
          <pc:sldLayoutMkLst>
            <pc:docMk/>
            <pc:sldMasterMk cId="3706896384" sldId="2147483696"/>
            <pc:sldLayoutMk cId="126460870" sldId="2147483705"/>
          </pc:sldLayoutMkLst>
        </pc:sldLayoutChg>
        <pc:sldLayoutChg chg="setBg">
          <pc:chgData name="Kyler Howard" userId="91ab63ab47daf7fe" providerId="LiveId" clId="{5288DE94-A981-4D3B-86A3-908CF290DBEC}" dt="2025-04-14T16:30:47.004" v="35"/>
          <pc:sldLayoutMkLst>
            <pc:docMk/>
            <pc:sldMasterMk cId="3706896384" sldId="2147483696"/>
            <pc:sldLayoutMk cId="2450478489" sldId="2147483706"/>
          </pc:sldLayoutMkLst>
        </pc:sldLayoutChg>
        <pc:sldLayoutChg chg="setBg">
          <pc:chgData name="Kyler Howard" userId="91ab63ab47daf7fe" providerId="LiveId" clId="{5288DE94-A981-4D3B-86A3-908CF290DBEC}" dt="2025-04-14T16:30:47.004" v="35"/>
          <pc:sldLayoutMkLst>
            <pc:docMk/>
            <pc:sldMasterMk cId="3706896384" sldId="2147483696"/>
            <pc:sldLayoutMk cId="2854740137" sldId="2147483707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91840" y="5387342"/>
            <a:ext cx="37307520" cy="11460480"/>
          </a:xfrm>
        </p:spPr>
        <p:txBody>
          <a:bodyPr anchor="b"/>
          <a:lstStyle>
            <a:lvl1pPr algn="ctr">
              <a:defRPr sz="28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86400" y="17289782"/>
            <a:ext cx="32918400" cy="7947658"/>
          </a:xfrm>
        </p:spPr>
        <p:txBody>
          <a:bodyPr/>
          <a:lstStyle>
            <a:lvl1pPr marL="0" indent="0" algn="ctr">
              <a:buNone/>
              <a:defRPr sz="11520"/>
            </a:lvl1pPr>
            <a:lvl2pPr marL="2194560" indent="0" algn="ctr">
              <a:buNone/>
              <a:defRPr sz="9600"/>
            </a:lvl2pPr>
            <a:lvl3pPr marL="4389120" indent="0" algn="ctr">
              <a:buNone/>
              <a:defRPr sz="8640"/>
            </a:lvl3pPr>
            <a:lvl4pPr marL="6583680" indent="0" algn="ctr">
              <a:buNone/>
              <a:defRPr sz="7680"/>
            </a:lvl4pPr>
            <a:lvl5pPr marL="8778240" indent="0" algn="ctr">
              <a:buNone/>
              <a:defRPr sz="7680"/>
            </a:lvl5pPr>
            <a:lvl6pPr marL="10972800" indent="0" algn="ctr">
              <a:buNone/>
              <a:defRPr sz="7680"/>
            </a:lvl6pPr>
            <a:lvl7pPr marL="13167360" indent="0" algn="ctr">
              <a:buNone/>
              <a:defRPr sz="7680"/>
            </a:lvl7pPr>
            <a:lvl8pPr marL="15361920" indent="0" algn="ctr">
              <a:buNone/>
              <a:defRPr sz="7680"/>
            </a:lvl8pPr>
            <a:lvl9pPr marL="17556480" indent="0" algn="ctr">
              <a:buNone/>
              <a:defRPr sz="768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4929C-4CF5-44CA-8BA7-3281672E72B1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64531-7E95-4325-ABE3-69D13F534D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4548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4929C-4CF5-44CA-8BA7-3281672E72B1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64531-7E95-4325-ABE3-69D13F534D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97195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94662" y="8206749"/>
            <a:ext cx="37856160" cy="13693138"/>
          </a:xfrm>
        </p:spPr>
        <p:txBody>
          <a:bodyPr anchor="b"/>
          <a:lstStyle>
            <a:lvl1pPr>
              <a:defRPr sz="28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94662" y="22029429"/>
            <a:ext cx="37856160" cy="7200898"/>
          </a:xfrm>
        </p:spPr>
        <p:txBody>
          <a:bodyPr/>
          <a:lstStyle>
            <a:lvl1pPr marL="0" indent="0">
              <a:buNone/>
              <a:defRPr sz="11520">
                <a:solidFill>
                  <a:schemeClr val="tx1"/>
                </a:solidFill>
              </a:defRPr>
            </a:lvl1pPr>
            <a:lvl2pPr marL="2194560" indent="0">
              <a:buNone/>
              <a:defRPr sz="9600">
                <a:solidFill>
                  <a:schemeClr val="tx1">
                    <a:tint val="75000"/>
                  </a:schemeClr>
                </a:solidFill>
              </a:defRPr>
            </a:lvl2pPr>
            <a:lvl3pPr marL="4389120" indent="0">
              <a:buNone/>
              <a:defRPr sz="8640">
                <a:solidFill>
                  <a:schemeClr val="tx1">
                    <a:tint val="75000"/>
                  </a:schemeClr>
                </a:solidFill>
              </a:defRPr>
            </a:lvl3pPr>
            <a:lvl4pPr marL="658368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4pPr>
            <a:lvl5pPr marL="877824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5pPr>
            <a:lvl6pPr marL="1097280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6pPr>
            <a:lvl7pPr marL="1316736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7pPr>
            <a:lvl8pPr marL="1536192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8pPr>
            <a:lvl9pPr marL="1755648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4929C-4CF5-44CA-8BA7-3281672E72B1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64531-7E95-4325-ABE3-69D13F534D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55374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17520" y="8763000"/>
            <a:ext cx="18653760" cy="208864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219920" y="8763000"/>
            <a:ext cx="18653760" cy="208864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4929C-4CF5-44CA-8BA7-3281672E72B1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64531-7E95-4325-ABE3-69D13F534D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84231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3237" y="1752607"/>
            <a:ext cx="37856160" cy="6362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23242" y="8069582"/>
            <a:ext cx="18568032" cy="3954778"/>
          </a:xfrm>
        </p:spPr>
        <p:txBody>
          <a:bodyPr anchor="b"/>
          <a:lstStyle>
            <a:lvl1pPr marL="0" indent="0">
              <a:buNone/>
              <a:defRPr sz="11520" b="1"/>
            </a:lvl1pPr>
            <a:lvl2pPr marL="2194560" indent="0">
              <a:buNone/>
              <a:defRPr sz="9600" b="1"/>
            </a:lvl2pPr>
            <a:lvl3pPr marL="4389120" indent="0">
              <a:buNone/>
              <a:defRPr sz="8640" b="1"/>
            </a:lvl3pPr>
            <a:lvl4pPr marL="6583680" indent="0">
              <a:buNone/>
              <a:defRPr sz="7680" b="1"/>
            </a:lvl4pPr>
            <a:lvl5pPr marL="8778240" indent="0">
              <a:buNone/>
              <a:defRPr sz="7680" b="1"/>
            </a:lvl5pPr>
            <a:lvl6pPr marL="10972800" indent="0">
              <a:buNone/>
              <a:defRPr sz="7680" b="1"/>
            </a:lvl6pPr>
            <a:lvl7pPr marL="13167360" indent="0">
              <a:buNone/>
              <a:defRPr sz="7680" b="1"/>
            </a:lvl7pPr>
            <a:lvl8pPr marL="15361920" indent="0">
              <a:buNone/>
              <a:defRPr sz="7680" b="1"/>
            </a:lvl8pPr>
            <a:lvl9pPr marL="17556480" indent="0">
              <a:buNone/>
              <a:defRPr sz="76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23242" y="12024360"/>
            <a:ext cx="18568032" cy="176860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2219922" y="8069582"/>
            <a:ext cx="18659477" cy="3954778"/>
          </a:xfrm>
        </p:spPr>
        <p:txBody>
          <a:bodyPr anchor="b"/>
          <a:lstStyle>
            <a:lvl1pPr marL="0" indent="0">
              <a:buNone/>
              <a:defRPr sz="11520" b="1"/>
            </a:lvl1pPr>
            <a:lvl2pPr marL="2194560" indent="0">
              <a:buNone/>
              <a:defRPr sz="9600" b="1"/>
            </a:lvl2pPr>
            <a:lvl3pPr marL="4389120" indent="0">
              <a:buNone/>
              <a:defRPr sz="8640" b="1"/>
            </a:lvl3pPr>
            <a:lvl4pPr marL="6583680" indent="0">
              <a:buNone/>
              <a:defRPr sz="7680" b="1"/>
            </a:lvl4pPr>
            <a:lvl5pPr marL="8778240" indent="0">
              <a:buNone/>
              <a:defRPr sz="7680" b="1"/>
            </a:lvl5pPr>
            <a:lvl6pPr marL="10972800" indent="0">
              <a:buNone/>
              <a:defRPr sz="7680" b="1"/>
            </a:lvl6pPr>
            <a:lvl7pPr marL="13167360" indent="0">
              <a:buNone/>
              <a:defRPr sz="7680" b="1"/>
            </a:lvl7pPr>
            <a:lvl8pPr marL="15361920" indent="0">
              <a:buNone/>
              <a:defRPr sz="7680" b="1"/>
            </a:lvl8pPr>
            <a:lvl9pPr marL="17556480" indent="0">
              <a:buNone/>
              <a:defRPr sz="76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2219922" y="12024360"/>
            <a:ext cx="18659477" cy="176860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4929C-4CF5-44CA-8BA7-3281672E72B1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64531-7E95-4325-ABE3-69D13F534D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8008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4929C-4CF5-44CA-8BA7-3281672E72B1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64531-7E95-4325-ABE3-69D13F534D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9316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4929C-4CF5-44CA-8BA7-3281672E72B1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64531-7E95-4325-ABE3-69D13F534D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28840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3237" y="2194560"/>
            <a:ext cx="14156054" cy="7680960"/>
          </a:xfrm>
        </p:spPr>
        <p:txBody>
          <a:bodyPr anchor="b"/>
          <a:lstStyle>
            <a:lvl1pPr>
              <a:defRPr sz="153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659477" y="4739647"/>
            <a:ext cx="22219920" cy="23393400"/>
          </a:xfrm>
        </p:spPr>
        <p:txBody>
          <a:bodyPr/>
          <a:lstStyle>
            <a:lvl1pPr>
              <a:defRPr sz="15360"/>
            </a:lvl1pPr>
            <a:lvl2pPr>
              <a:defRPr sz="13440"/>
            </a:lvl2pPr>
            <a:lvl3pPr>
              <a:defRPr sz="11520"/>
            </a:lvl3pPr>
            <a:lvl4pPr>
              <a:defRPr sz="9600"/>
            </a:lvl4pPr>
            <a:lvl5pPr>
              <a:defRPr sz="9600"/>
            </a:lvl5pPr>
            <a:lvl6pPr>
              <a:defRPr sz="9600"/>
            </a:lvl6pPr>
            <a:lvl7pPr>
              <a:defRPr sz="9600"/>
            </a:lvl7pPr>
            <a:lvl8pPr>
              <a:defRPr sz="9600"/>
            </a:lvl8pPr>
            <a:lvl9pPr>
              <a:defRPr sz="9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23237" y="9875520"/>
            <a:ext cx="14156054" cy="18295622"/>
          </a:xfrm>
        </p:spPr>
        <p:txBody>
          <a:bodyPr/>
          <a:lstStyle>
            <a:lvl1pPr marL="0" indent="0">
              <a:buNone/>
              <a:defRPr sz="7680"/>
            </a:lvl1pPr>
            <a:lvl2pPr marL="2194560" indent="0">
              <a:buNone/>
              <a:defRPr sz="6720"/>
            </a:lvl2pPr>
            <a:lvl3pPr marL="4389120" indent="0">
              <a:buNone/>
              <a:defRPr sz="5760"/>
            </a:lvl3pPr>
            <a:lvl4pPr marL="6583680" indent="0">
              <a:buNone/>
              <a:defRPr sz="4800"/>
            </a:lvl4pPr>
            <a:lvl5pPr marL="8778240" indent="0">
              <a:buNone/>
              <a:defRPr sz="4800"/>
            </a:lvl5pPr>
            <a:lvl6pPr marL="10972800" indent="0">
              <a:buNone/>
              <a:defRPr sz="4800"/>
            </a:lvl6pPr>
            <a:lvl7pPr marL="13167360" indent="0">
              <a:buNone/>
              <a:defRPr sz="4800"/>
            </a:lvl7pPr>
            <a:lvl8pPr marL="15361920" indent="0">
              <a:buNone/>
              <a:defRPr sz="4800"/>
            </a:lvl8pPr>
            <a:lvl9pPr marL="17556480" indent="0">
              <a:buNone/>
              <a:defRPr sz="4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4929C-4CF5-44CA-8BA7-3281672E72B1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64531-7E95-4325-ABE3-69D13F534D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25162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3237" y="2194560"/>
            <a:ext cx="14156054" cy="7680960"/>
          </a:xfrm>
        </p:spPr>
        <p:txBody>
          <a:bodyPr anchor="b"/>
          <a:lstStyle>
            <a:lvl1pPr>
              <a:defRPr sz="153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8659477" y="4739647"/>
            <a:ext cx="22219920" cy="23393400"/>
          </a:xfrm>
        </p:spPr>
        <p:txBody>
          <a:bodyPr anchor="t"/>
          <a:lstStyle>
            <a:lvl1pPr marL="0" indent="0">
              <a:buNone/>
              <a:defRPr sz="15360"/>
            </a:lvl1pPr>
            <a:lvl2pPr marL="2194560" indent="0">
              <a:buNone/>
              <a:defRPr sz="13440"/>
            </a:lvl2pPr>
            <a:lvl3pPr marL="4389120" indent="0">
              <a:buNone/>
              <a:defRPr sz="11520"/>
            </a:lvl3pPr>
            <a:lvl4pPr marL="6583680" indent="0">
              <a:buNone/>
              <a:defRPr sz="9600"/>
            </a:lvl4pPr>
            <a:lvl5pPr marL="8778240" indent="0">
              <a:buNone/>
              <a:defRPr sz="9600"/>
            </a:lvl5pPr>
            <a:lvl6pPr marL="10972800" indent="0">
              <a:buNone/>
              <a:defRPr sz="9600"/>
            </a:lvl6pPr>
            <a:lvl7pPr marL="13167360" indent="0">
              <a:buNone/>
              <a:defRPr sz="9600"/>
            </a:lvl7pPr>
            <a:lvl8pPr marL="15361920" indent="0">
              <a:buNone/>
              <a:defRPr sz="9600"/>
            </a:lvl8pPr>
            <a:lvl9pPr marL="17556480" indent="0">
              <a:buNone/>
              <a:defRPr sz="9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23237" y="9875520"/>
            <a:ext cx="14156054" cy="18295622"/>
          </a:xfrm>
        </p:spPr>
        <p:txBody>
          <a:bodyPr/>
          <a:lstStyle>
            <a:lvl1pPr marL="0" indent="0">
              <a:buNone/>
              <a:defRPr sz="7680"/>
            </a:lvl1pPr>
            <a:lvl2pPr marL="2194560" indent="0">
              <a:buNone/>
              <a:defRPr sz="6720"/>
            </a:lvl2pPr>
            <a:lvl3pPr marL="4389120" indent="0">
              <a:buNone/>
              <a:defRPr sz="5760"/>
            </a:lvl3pPr>
            <a:lvl4pPr marL="6583680" indent="0">
              <a:buNone/>
              <a:defRPr sz="4800"/>
            </a:lvl4pPr>
            <a:lvl5pPr marL="8778240" indent="0">
              <a:buNone/>
              <a:defRPr sz="4800"/>
            </a:lvl5pPr>
            <a:lvl6pPr marL="10972800" indent="0">
              <a:buNone/>
              <a:defRPr sz="4800"/>
            </a:lvl6pPr>
            <a:lvl7pPr marL="13167360" indent="0">
              <a:buNone/>
              <a:defRPr sz="4800"/>
            </a:lvl7pPr>
            <a:lvl8pPr marL="15361920" indent="0">
              <a:buNone/>
              <a:defRPr sz="4800"/>
            </a:lvl8pPr>
            <a:lvl9pPr marL="17556480" indent="0">
              <a:buNone/>
              <a:defRPr sz="4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4929C-4CF5-44CA-8BA7-3281672E72B1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64531-7E95-4325-ABE3-69D13F534D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4608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4929C-4CF5-44CA-8BA7-3281672E72B1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64531-7E95-4325-ABE3-69D13F534D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04784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1409642" y="1752600"/>
            <a:ext cx="9464040" cy="2789682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17522" y="1752600"/>
            <a:ext cx="27843480" cy="2789682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4929C-4CF5-44CA-8BA7-3281672E72B1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64531-7E95-4325-ABE3-69D13F534D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47401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96000">
              <a:srgbClr val="1E4D2B"/>
            </a:gs>
            <a:gs pos="82000">
              <a:schemeClr val="accent6">
                <a:lumMod val="75000"/>
              </a:schemeClr>
            </a:gs>
            <a:gs pos="100000">
              <a:schemeClr val="bg2">
                <a:lumMod val="10000"/>
              </a:schemeClr>
            </a:gs>
            <a:gs pos="6000">
              <a:schemeClr val="bg2"/>
            </a:gs>
            <a:gs pos="33000">
              <a:srgbClr val="989BA6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17520" y="1752607"/>
            <a:ext cx="37856160" cy="6362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17520" y="8763000"/>
            <a:ext cx="37856160" cy="208864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017520" y="30510487"/>
            <a:ext cx="987552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7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D4929C-4CF5-44CA-8BA7-3281672E72B1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38960" y="30510487"/>
            <a:ext cx="1481328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7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0998160" y="30510487"/>
            <a:ext cx="987552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7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064531-7E95-4325-ABE3-69D13F534D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68963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4389120" rtl="0" eaLnBrk="1" latinLnBrk="0" hangingPunct="1">
        <a:lnSpc>
          <a:spcPct val="90000"/>
        </a:lnSpc>
        <a:spcBef>
          <a:spcPct val="0"/>
        </a:spcBef>
        <a:buNone/>
        <a:defRPr sz="211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097280" indent="-1097280" algn="l" defTabSz="4389120" rtl="0" eaLnBrk="1" latinLnBrk="0" hangingPunct="1">
        <a:lnSpc>
          <a:spcPct val="90000"/>
        </a:lnSpc>
        <a:spcBef>
          <a:spcPts val="4800"/>
        </a:spcBef>
        <a:buFont typeface="Arial" panose="020B0604020202020204" pitchFamily="34" charset="0"/>
        <a:buChar char="•"/>
        <a:defRPr sz="13440" kern="1200">
          <a:solidFill>
            <a:schemeClr val="tx1"/>
          </a:solidFill>
          <a:latin typeface="+mn-lt"/>
          <a:ea typeface="+mn-ea"/>
          <a:cs typeface="+mn-cs"/>
        </a:defRPr>
      </a:lvl1pPr>
      <a:lvl2pPr marL="329184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11520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9600" kern="1200">
          <a:solidFill>
            <a:schemeClr val="tx1"/>
          </a:solidFill>
          <a:latin typeface="+mn-lt"/>
          <a:ea typeface="+mn-ea"/>
          <a:cs typeface="+mn-cs"/>
        </a:defRPr>
      </a:lvl3pPr>
      <a:lvl4pPr marL="768096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4pPr>
      <a:lvl5pPr marL="987552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5pPr>
      <a:lvl6pPr marL="1207008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6pPr>
      <a:lvl7pPr marL="1426464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7pPr>
      <a:lvl8pPr marL="1645920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8pPr>
      <a:lvl9pPr marL="1865376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1pPr>
      <a:lvl2pPr marL="219456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2pPr>
      <a:lvl3pPr marL="438912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3pPr>
      <a:lvl4pPr marL="658368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4pPr>
      <a:lvl5pPr marL="877824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80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6pPr>
      <a:lvl7pPr marL="1316736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7pPr>
      <a:lvl8pPr marL="1536192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8pPr>
      <a:lvl9pPr marL="1755648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5.sv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96000">
              <a:srgbClr val="1E4D2B"/>
            </a:gs>
            <a:gs pos="77000">
              <a:schemeClr val="accent6">
                <a:lumMod val="75000"/>
              </a:schemeClr>
            </a:gs>
            <a:gs pos="100000">
              <a:schemeClr val="bg2">
                <a:lumMod val="10000"/>
              </a:schemeClr>
            </a:gs>
            <a:gs pos="6000">
              <a:schemeClr val="bg2"/>
            </a:gs>
            <a:gs pos="33000">
              <a:srgbClr val="989BA6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34562"/>
            <a:ext cx="43891200" cy="5869894"/>
          </a:xfrm>
          <a:prstGeom prst="rect">
            <a:avLst/>
          </a:prstGeom>
          <a:blipFill dpi="0" rotWithShape="1">
            <a:blip r:embed="rId2">
              <a:alphaModFix amt="44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144985" b="-205253"/>
            </a:stretch>
          </a:blipFill>
          <a:ln>
            <a:noFill/>
          </a:ln>
          <a:effectLst>
            <a:reflection stA="38000" endPos="16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040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578256" y="2962356"/>
            <a:ext cx="36734688" cy="1471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5121" dirty="0">
                <a:solidFill>
                  <a:schemeClr val="tx1">
                    <a:lumMod val="85000"/>
                    <a:lumOff val="1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Authors</a:t>
            </a:r>
            <a:r>
              <a:rPr lang="en-US" sz="5121" baseline="30000" dirty="0">
                <a:solidFill>
                  <a:schemeClr val="tx1">
                    <a:lumMod val="85000"/>
                    <a:lumOff val="1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1</a:t>
            </a:r>
            <a:r>
              <a:rPr lang="en-US" sz="5121" dirty="0">
                <a:solidFill>
                  <a:schemeClr val="tx1">
                    <a:lumMod val="85000"/>
                    <a:lumOff val="1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, Jennifer L. Mueller</a:t>
            </a:r>
            <a:r>
              <a:rPr lang="en-US" sz="5121" baseline="30000" dirty="0">
                <a:solidFill>
                  <a:schemeClr val="tx1">
                    <a:lumMod val="85000"/>
                    <a:lumOff val="1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2</a:t>
            </a:r>
          </a:p>
          <a:p>
            <a:pPr algn="ctr"/>
            <a:r>
              <a:rPr lang="en-US" sz="3840" baseline="30000" dirty="0">
                <a:solidFill>
                  <a:schemeClr val="tx1">
                    <a:lumMod val="85000"/>
                    <a:lumOff val="1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1</a:t>
            </a:r>
            <a:r>
              <a:rPr lang="en-US" sz="3840" dirty="0">
                <a:solidFill>
                  <a:schemeClr val="tx1">
                    <a:lumMod val="85000"/>
                    <a:lumOff val="1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School of Biomed. Engr., Colorado State University, </a:t>
            </a:r>
            <a:r>
              <a:rPr lang="en-US" sz="3840" baseline="30000" dirty="0">
                <a:solidFill>
                  <a:schemeClr val="tx1">
                    <a:lumMod val="85000"/>
                    <a:lumOff val="1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2</a:t>
            </a:r>
            <a:r>
              <a:rPr lang="en-US" sz="3840" dirty="0">
                <a:solidFill>
                  <a:schemeClr val="tx1">
                    <a:lumMod val="85000"/>
                    <a:lumOff val="1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Dept. of Math. and School of Biomed. Engr., Colorado State University, </a:t>
            </a: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5923137" y="1017521"/>
            <a:ext cx="31578561" cy="12312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46304" tIns="73152" rIns="146304" bIns="73152" numCol="1" anchor="ctr" anchorCtr="0" compatLnSpc="1">
            <a:prstTxWarp prst="textNoShape">
              <a:avLst/>
            </a:prstTxWarp>
            <a:spAutoFit/>
          </a:bodyPr>
          <a:lstStyle/>
          <a:p>
            <a:pPr algn="ctr" defTabSz="1463123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7041" b="1" dirty="0">
                <a:latin typeface="Aharoni" panose="02010803020104030203" pitchFamily="2" charset="-79"/>
                <a:cs typeface="Aharoni" panose="02010803020104030203" pitchFamily="2" charset="-79"/>
              </a:rPr>
              <a:t>Title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C6B3E84E-57BF-70CF-67EF-531C18AE9E1E}"/>
              </a:ext>
            </a:extLst>
          </p:cNvPr>
          <p:cNvGrpSpPr/>
          <p:nvPr/>
        </p:nvGrpSpPr>
        <p:grpSpPr>
          <a:xfrm>
            <a:off x="228144" y="258770"/>
            <a:ext cx="43516301" cy="2749829"/>
            <a:chOff x="228140" y="3361183"/>
            <a:chExt cx="43516303" cy="2749829"/>
          </a:xfrm>
        </p:grpSpPr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648443" y="3399610"/>
              <a:ext cx="6096000" cy="2560320"/>
            </a:xfrm>
            <a:prstGeom prst="rect">
              <a:avLst/>
            </a:prstGeom>
          </p:spPr>
        </p:pic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9693C09D-6F73-27A2-3C2B-76C4BB4B0084}"/>
                </a:ext>
              </a:extLst>
            </p:cNvPr>
            <p:cNvGrpSpPr/>
            <p:nvPr/>
          </p:nvGrpSpPr>
          <p:grpSpPr>
            <a:xfrm>
              <a:off x="228140" y="3361183"/>
              <a:ext cx="5587149" cy="2749829"/>
              <a:chOff x="228140" y="3361183"/>
              <a:chExt cx="5587149" cy="2749829"/>
            </a:xfrm>
          </p:grpSpPr>
          <p:sp>
            <p:nvSpPr>
              <p:cNvPr id="9" name="TextBox 8"/>
              <p:cNvSpPr txBox="1"/>
              <p:nvPr/>
            </p:nvSpPr>
            <p:spPr>
              <a:xfrm>
                <a:off x="1874530" y="4901786"/>
                <a:ext cx="3940759" cy="8799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559" dirty="0">
                    <a:solidFill>
                      <a:srgbClr val="0062AB"/>
                    </a:solidFill>
                  </a:rPr>
                  <a:t>Children’s Hospital Colorado</a:t>
                </a:r>
              </a:p>
              <a:p>
                <a:r>
                  <a:rPr lang="en-US" sz="2559" dirty="0">
                    <a:solidFill>
                      <a:srgbClr val="0062AB"/>
                    </a:solidFill>
                  </a:rPr>
                  <a:t>Breathing Institute</a:t>
                </a:r>
              </a:p>
            </p:txBody>
          </p:sp>
          <p:pic>
            <p:nvPicPr>
              <p:cNvPr id="1029" name="Picture 5" descr="Image result for children's hospital colorado logo"/>
              <p:cNvPicPr>
                <a:picLocks noChangeAspect="1" noChangeArrowheads="1"/>
              </p:cNvPicPr>
              <p:nvPr/>
            </p:nvPicPr>
            <p:blipFill rotWithShape="1"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0" b="83796" l="39899" r="100000">
                            <a14:foregroundMark x1="81818" y1="30556" x2="81818" y2="30556"/>
                            <a14:foregroundMark x1="69697" y1="10648" x2="69697" y2="10648"/>
                            <a14:foregroundMark x1="53030" y1="8333" x2="53030" y2="8333"/>
                            <a14:foregroundMark x1="51010" y1="22222" x2="51010" y2="22222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4323" b="18935"/>
              <a:stretch/>
            </p:blipFill>
            <p:spPr bwMode="auto">
              <a:xfrm>
                <a:off x="228140" y="3361183"/>
                <a:ext cx="1981819" cy="2749829"/>
              </a:xfrm>
              <a:prstGeom prst="trapezoid">
                <a:avLst>
                  <a:gd name="adj" fmla="val 0"/>
                </a:avLst>
              </a:prstGeom>
              <a:noFill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BBF7800D-FC6D-5EC3-32DA-046E56AADAE1}"/>
              </a:ext>
            </a:extLst>
          </p:cNvPr>
          <p:cNvGrpSpPr/>
          <p:nvPr/>
        </p:nvGrpSpPr>
        <p:grpSpPr>
          <a:xfrm>
            <a:off x="375620" y="6476358"/>
            <a:ext cx="12801600" cy="8296030"/>
            <a:chOff x="579965" y="6476347"/>
            <a:chExt cx="12801600" cy="8296030"/>
          </a:xfrm>
        </p:grpSpPr>
        <p:sp>
          <p:nvSpPr>
            <p:cNvPr id="20" name="Rounded Rectangle 19"/>
            <p:cNvSpPr/>
            <p:nvPr/>
          </p:nvSpPr>
          <p:spPr>
            <a:xfrm>
              <a:off x="579965" y="6960718"/>
              <a:ext cx="12801600" cy="7811659"/>
            </a:xfrm>
            <a:prstGeom prst="roundRect">
              <a:avLst>
                <a:gd name="adj" fmla="val 7604"/>
              </a:avLst>
            </a:prstGeom>
            <a:noFill/>
            <a:ln w="5715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703"/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4236323" y="6476347"/>
              <a:ext cx="5488885" cy="877824"/>
            </a:xfrm>
            <a:prstGeom prst="roundRect">
              <a:avLst/>
            </a:prstGeom>
            <a:solidFill>
              <a:srgbClr val="4B7833"/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5121" dirty="0">
                  <a:solidFill>
                    <a:schemeClr val="tx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Section Header</a:t>
              </a:r>
            </a:p>
          </p:txBody>
        </p:sp>
        <p:sp>
          <p:nvSpPr>
            <p:cNvPr id="29" name="Rectangle 28"/>
            <p:cNvSpPr/>
            <p:nvPr/>
          </p:nvSpPr>
          <p:spPr>
            <a:xfrm>
              <a:off x="821842" y="7562381"/>
              <a:ext cx="12317847" cy="624658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548670" indent="-548670" algn="just">
                <a:buFont typeface="Arial" panose="020B0604020202020204" pitchFamily="34" charset="0"/>
                <a:buChar char="•"/>
              </a:pPr>
              <a:r>
                <a:rPr lang="en-US" sz="3999" dirty="0"/>
                <a:t>Lorem ipsum dolor sit </a:t>
              </a:r>
              <a:r>
                <a:rPr lang="en-US" sz="3999" dirty="0" err="1"/>
                <a:t>amet</a:t>
              </a:r>
              <a:r>
                <a:rPr lang="en-US" sz="3999" dirty="0"/>
                <a:t>, </a:t>
              </a:r>
              <a:r>
                <a:rPr lang="en-US" sz="3999" dirty="0" err="1"/>
                <a:t>consectetur</a:t>
              </a:r>
              <a:r>
                <a:rPr lang="en-US" sz="3999" dirty="0"/>
                <a:t> </a:t>
              </a:r>
              <a:r>
                <a:rPr lang="en-US" sz="3999" dirty="0" err="1"/>
                <a:t>adipiscing</a:t>
              </a:r>
              <a:r>
                <a:rPr lang="en-US" sz="3999" dirty="0"/>
                <a:t> </a:t>
              </a:r>
              <a:r>
                <a:rPr lang="en-US" sz="3999" dirty="0" err="1"/>
                <a:t>elit</a:t>
              </a:r>
              <a:r>
                <a:rPr lang="en-US" sz="3999" dirty="0"/>
                <a:t>, sed do </a:t>
              </a:r>
              <a:r>
                <a:rPr lang="en-US" sz="3999" dirty="0" err="1"/>
                <a:t>eiusmod</a:t>
              </a:r>
              <a:r>
                <a:rPr lang="en-US" sz="3999" dirty="0"/>
                <a:t> </a:t>
              </a:r>
              <a:r>
                <a:rPr lang="en-US" sz="3999" dirty="0" err="1"/>
                <a:t>tempor</a:t>
              </a:r>
              <a:r>
                <a:rPr lang="en-US" sz="3999" dirty="0"/>
                <a:t> </a:t>
              </a:r>
              <a:r>
                <a:rPr lang="en-US" sz="3999" dirty="0" err="1"/>
                <a:t>incididunt</a:t>
              </a:r>
              <a:r>
                <a:rPr lang="en-US" sz="3999" dirty="0"/>
                <a:t> </a:t>
              </a:r>
              <a:r>
                <a:rPr lang="en-US" sz="3999" dirty="0" err="1"/>
                <a:t>ut</a:t>
              </a:r>
              <a:r>
                <a:rPr lang="en-US" sz="3999" dirty="0"/>
                <a:t> labore et dolore magna </a:t>
              </a:r>
              <a:r>
                <a:rPr lang="en-US" sz="3999" dirty="0" err="1"/>
                <a:t>aliqua</a:t>
              </a:r>
              <a:r>
                <a:rPr lang="en-US" sz="3999" dirty="0"/>
                <a:t>. Ut </a:t>
              </a:r>
              <a:r>
                <a:rPr lang="en-US" sz="3999" dirty="0" err="1"/>
                <a:t>enim</a:t>
              </a:r>
              <a:r>
                <a:rPr lang="en-US" sz="3999" dirty="0"/>
                <a:t> ad minim </a:t>
              </a:r>
              <a:r>
                <a:rPr lang="en-US" sz="3999" dirty="0" err="1"/>
                <a:t>veniam</a:t>
              </a:r>
              <a:r>
                <a:rPr lang="en-US" sz="3999" dirty="0"/>
                <a:t>, </a:t>
              </a:r>
              <a:r>
                <a:rPr lang="en-US" sz="3999" dirty="0" err="1"/>
                <a:t>quis</a:t>
              </a:r>
              <a:r>
                <a:rPr lang="en-US" sz="3999" dirty="0"/>
                <a:t> </a:t>
              </a:r>
              <a:r>
                <a:rPr lang="en-US" sz="3999" dirty="0" err="1"/>
                <a:t>nostrud</a:t>
              </a:r>
              <a:r>
                <a:rPr lang="en-US" sz="3999" dirty="0"/>
                <a:t> exercitation </a:t>
              </a:r>
              <a:r>
                <a:rPr lang="en-US" sz="3999" dirty="0" err="1"/>
                <a:t>ullamco</a:t>
              </a:r>
              <a:r>
                <a:rPr lang="en-US" sz="3999" dirty="0"/>
                <a:t> </a:t>
              </a:r>
              <a:r>
                <a:rPr lang="en-US" sz="3999" dirty="0" err="1"/>
                <a:t>laboris</a:t>
              </a:r>
              <a:r>
                <a:rPr lang="en-US" sz="3999" dirty="0"/>
                <a:t> nisi </a:t>
              </a:r>
              <a:r>
                <a:rPr lang="en-US" sz="3999" dirty="0" err="1"/>
                <a:t>ut</a:t>
              </a:r>
              <a:r>
                <a:rPr lang="en-US" sz="3999" dirty="0"/>
                <a:t> </a:t>
              </a:r>
              <a:r>
                <a:rPr lang="en-US" sz="3999" dirty="0" err="1"/>
                <a:t>aliquip</a:t>
              </a:r>
              <a:r>
                <a:rPr lang="en-US" sz="3999" dirty="0"/>
                <a:t> ex </a:t>
              </a:r>
              <a:r>
                <a:rPr lang="en-US" sz="3999" dirty="0" err="1"/>
                <a:t>ea</a:t>
              </a:r>
              <a:r>
                <a:rPr lang="en-US" sz="3999" dirty="0"/>
                <a:t> </a:t>
              </a:r>
              <a:r>
                <a:rPr lang="en-US" sz="3999" dirty="0" err="1"/>
                <a:t>commodo</a:t>
              </a:r>
              <a:r>
                <a:rPr lang="en-US" sz="3999" dirty="0"/>
                <a:t> </a:t>
              </a:r>
              <a:r>
                <a:rPr lang="en-US" sz="3999" dirty="0" err="1"/>
                <a:t>consequat</a:t>
              </a:r>
              <a:r>
                <a:rPr lang="en-US" sz="3999" dirty="0"/>
                <a:t>. Duis </a:t>
              </a:r>
              <a:r>
                <a:rPr lang="en-US" sz="3999" dirty="0" err="1"/>
                <a:t>aute</a:t>
              </a:r>
              <a:r>
                <a:rPr lang="en-US" sz="3999" dirty="0"/>
                <a:t> </a:t>
              </a:r>
              <a:r>
                <a:rPr lang="en-US" sz="3999" dirty="0" err="1"/>
                <a:t>irure</a:t>
              </a:r>
              <a:r>
                <a:rPr lang="en-US" sz="3999" dirty="0"/>
                <a:t> dolor in </a:t>
              </a:r>
              <a:r>
                <a:rPr lang="en-US" sz="3999" dirty="0" err="1"/>
                <a:t>reprehenderit</a:t>
              </a:r>
              <a:r>
                <a:rPr lang="en-US" sz="3999" dirty="0"/>
                <a:t> in </a:t>
              </a:r>
              <a:r>
                <a:rPr lang="en-US" sz="3999" dirty="0" err="1"/>
                <a:t>voluptate</a:t>
              </a:r>
              <a:r>
                <a:rPr lang="en-US" sz="3999" dirty="0"/>
                <a:t> </a:t>
              </a:r>
              <a:r>
                <a:rPr lang="en-US" sz="3999" dirty="0" err="1"/>
                <a:t>velit</a:t>
              </a:r>
              <a:r>
                <a:rPr lang="en-US" sz="3999" dirty="0"/>
                <a:t> </a:t>
              </a:r>
              <a:r>
                <a:rPr lang="en-US" sz="3999" dirty="0" err="1"/>
                <a:t>esse</a:t>
              </a:r>
              <a:r>
                <a:rPr lang="en-US" sz="3999" dirty="0"/>
                <a:t> </a:t>
              </a:r>
              <a:r>
                <a:rPr lang="en-US" sz="3999" dirty="0" err="1"/>
                <a:t>cillum</a:t>
              </a:r>
              <a:r>
                <a:rPr lang="en-US" sz="3999" dirty="0"/>
                <a:t> dolore </a:t>
              </a:r>
              <a:r>
                <a:rPr lang="en-US" sz="3999" dirty="0" err="1"/>
                <a:t>eu</a:t>
              </a:r>
              <a:r>
                <a:rPr lang="en-US" sz="3999" dirty="0"/>
                <a:t> </a:t>
              </a:r>
              <a:r>
                <a:rPr lang="en-US" sz="3999" dirty="0" err="1"/>
                <a:t>fugiat</a:t>
              </a:r>
              <a:r>
                <a:rPr lang="en-US" sz="3999" dirty="0"/>
                <a:t> </a:t>
              </a:r>
              <a:r>
                <a:rPr lang="en-US" sz="3999" dirty="0" err="1"/>
                <a:t>nulla</a:t>
              </a:r>
              <a:r>
                <a:rPr lang="en-US" sz="3999" dirty="0"/>
                <a:t> </a:t>
              </a:r>
              <a:r>
                <a:rPr lang="en-US" sz="3999" dirty="0" err="1"/>
                <a:t>pariatur</a:t>
              </a:r>
              <a:r>
                <a:rPr lang="en-US" sz="3999" dirty="0"/>
                <a:t>. </a:t>
              </a:r>
              <a:r>
                <a:rPr lang="en-US" sz="3999" dirty="0" err="1"/>
                <a:t>Excepteur</a:t>
              </a:r>
              <a:r>
                <a:rPr lang="en-US" sz="3999" dirty="0"/>
                <a:t> </a:t>
              </a:r>
              <a:r>
                <a:rPr lang="en-US" sz="3999" dirty="0" err="1"/>
                <a:t>sint</a:t>
              </a:r>
              <a:r>
                <a:rPr lang="en-US" sz="3999" dirty="0"/>
                <a:t> </a:t>
              </a:r>
              <a:r>
                <a:rPr lang="en-US" sz="3999" dirty="0" err="1"/>
                <a:t>occaecat</a:t>
              </a:r>
              <a:r>
                <a:rPr lang="en-US" sz="3999" dirty="0"/>
                <a:t> </a:t>
              </a:r>
              <a:r>
                <a:rPr lang="en-US" sz="3999" dirty="0" err="1"/>
                <a:t>cupidatat</a:t>
              </a:r>
              <a:r>
                <a:rPr lang="en-US" sz="3999" dirty="0"/>
                <a:t> non </a:t>
              </a:r>
              <a:r>
                <a:rPr lang="en-US" sz="3999" dirty="0" err="1"/>
                <a:t>proident</a:t>
              </a:r>
              <a:r>
                <a:rPr lang="en-US" sz="3999" dirty="0"/>
                <a:t>, sunt in culpa qui </a:t>
              </a:r>
              <a:r>
                <a:rPr lang="en-US" sz="3999" dirty="0" err="1"/>
                <a:t>officia</a:t>
              </a:r>
              <a:r>
                <a:rPr lang="en-US" sz="3999" dirty="0"/>
                <a:t> </a:t>
              </a:r>
              <a:r>
                <a:rPr lang="en-US" sz="3999" dirty="0" err="1"/>
                <a:t>deserunt</a:t>
              </a:r>
              <a:r>
                <a:rPr lang="en-US" sz="3999" dirty="0"/>
                <a:t> </a:t>
              </a:r>
              <a:r>
                <a:rPr lang="en-US" sz="3999" dirty="0" err="1"/>
                <a:t>mollit</a:t>
              </a:r>
              <a:r>
                <a:rPr lang="en-US" sz="3999" dirty="0"/>
                <a:t> </a:t>
              </a:r>
              <a:r>
                <a:rPr lang="en-US" sz="3999" dirty="0" err="1"/>
                <a:t>anim</a:t>
              </a:r>
              <a:r>
                <a:rPr lang="en-US" sz="3999" dirty="0"/>
                <a:t> id </a:t>
              </a:r>
              <a:r>
                <a:rPr lang="en-US" sz="3999" dirty="0" err="1"/>
                <a:t>est</a:t>
              </a:r>
              <a:r>
                <a:rPr lang="en-US" sz="3999" dirty="0"/>
                <a:t> </a:t>
              </a:r>
              <a:r>
                <a:rPr lang="en-US" sz="3999" dirty="0" err="1"/>
                <a:t>laborum</a:t>
              </a:r>
              <a:r>
                <a:rPr lang="en-US" sz="3999" dirty="0"/>
                <a:t>.</a:t>
              </a:r>
            </a:p>
            <a:p>
              <a:pPr marL="548670" indent="-548670" algn="just">
                <a:buFont typeface="Arial" panose="020B0604020202020204" pitchFamily="34" charset="0"/>
                <a:buChar char="•"/>
              </a:pPr>
              <a:endParaRPr lang="en-US" sz="3999" dirty="0"/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BB639735-AE22-2590-F525-A359796BAEA4}"/>
              </a:ext>
            </a:extLst>
          </p:cNvPr>
          <p:cNvGrpSpPr/>
          <p:nvPr/>
        </p:nvGrpSpPr>
        <p:grpSpPr>
          <a:xfrm>
            <a:off x="375620" y="15252256"/>
            <a:ext cx="12801600" cy="16878755"/>
            <a:chOff x="579965" y="15252245"/>
            <a:chExt cx="12801600" cy="16878755"/>
          </a:xfrm>
        </p:grpSpPr>
        <p:sp>
          <p:nvSpPr>
            <p:cNvPr id="23" name="Rounded Rectangle 22"/>
            <p:cNvSpPr/>
            <p:nvPr/>
          </p:nvSpPr>
          <p:spPr>
            <a:xfrm>
              <a:off x="579965" y="15719963"/>
              <a:ext cx="12801600" cy="16411037"/>
            </a:xfrm>
            <a:prstGeom prst="roundRect">
              <a:avLst>
                <a:gd name="adj" fmla="val 3189"/>
              </a:avLst>
            </a:prstGeom>
            <a:noFill/>
            <a:ln w="57150">
              <a:gradFill flip="none" rotWithShape="1">
                <a:gsLst>
                  <a:gs pos="0">
                    <a:schemeClr val="accent6">
                      <a:lumMod val="50000"/>
                    </a:schemeClr>
                  </a:gs>
                  <a:gs pos="100000">
                    <a:srgbClr val="989BA6"/>
                  </a:gs>
                </a:gsLst>
                <a:lin ang="5580000" scaled="0"/>
                <a:tileRect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703"/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1702198" y="15252245"/>
              <a:ext cx="10557135" cy="877824"/>
            </a:xfrm>
            <a:prstGeom prst="roundRect">
              <a:avLst/>
            </a:prstGeom>
            <a:solidFill>
              <a:srgbClr val="4B7833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5121" dirty="0">
                  <a:solidFill>
                    <a:schemeClr val="tx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Section Header</a:t>
              </a: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89600ACC-9472-CB7E-38B5-3B499C445981}"/>
                </a:ext>
              </a:extLst>
            </p:cNvPr>
            <p:cNvSpPr/>
            <p:nvPr/>
          </p:nvSpPr>
          <p:spPr>
            <a:xfrm>
              <a:off x="821842" y="16653205"/>
              <a:ext cx="12317847" cy="624658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548670" indent="-548670" algn="just">
                <a:buFont typeface="Arial" panose="020B0604020202020204" pitchFamily="34" charset="0"/>
                <a:buChar char="•"/>
              </a:pPr>
              <a:r>
                <a:rPr lang="en-US" sz="3999" dirty="0"/>
                <a:t>Lorem ipsum dolor sit </a:t>
              </a:r>
              <a:r>
                <a:rPr lang="en-US" sz="3999" dirty="0" err="1"/>
                <a:t>amet</a:t>
              </a:r>
              <a:r>
                <a:rPr lang="en-US" sz="3999" dirty="0"/>
                <a:t>, </a:t>
              </a:r>
              <a:r>
                <a:rPr lang="en-US" sz="3999" dirty="0" err="1"/>
                <a:t>consectetur</a:t>
              </a:r>
              <a:r>
                <a:rPr lang="en-US" sz="3999" dirty="0"/>
                <a:t> </a:t>
              </a:r>
              <a:r>
                <a:rPr lang="en-US" sz="3999" dirty="0" err="1"/>
                <a:t>adipiscing</a:t>
              </a:r>
              <a:r>
                <a:rPr lang="en-US" sz="3999" dirty="0"/>
                <a:t> </a:t>
              </a:r>
              <a:r>
                <a:rPr lang="en-US" sz="3999" dirty="0" err="1"/>
                <a:t>elit</a:t>
              </a:r>
              <a:r>
                <a:rPr lang="en-US" sz="3999" dirty="0"/>
                <a:t>, sed do </a:t>
              </a:r>
              <a:r>
                <a:rPr lang="en-US" sz="3999" dirty="0" err="1"/>
                <a:t>eiusmod</a:t>
              </a:r>
              <a:r>
                <a:rPr lang="en-US" sz="3999" dirty="0"/>
                <a:t> </a:t>
              </a:r>
              <a:r>
                <a:rPr lang="en-US" sz="3999" dirty="0" err="1"/>
                <a:t>tempor</a:t>
              </a:r>
              <a:r>
                <a:rPr lang="en-US" sz="3999" dirty="0"/>
                <a:t> </a:t>
              </a:r>
              <a:r>
                <a:rPr lang="en-US" sz="3999" dirty="0" err="1"/>
                <a:t>incididunt</a:t>
              </a:r>
              <a:r>
                <a:rPr lang="en-US" sz="3999" dirty="0"/>
                <a:t> </a:t>
              </a:r>
              <a:r>
                <a:rPr lang="en-US" sz="3999" dirty="0" err="1"/>
                <a:t>ut</a:t>
              </a:r>
              <a:r>
                <a:rPr lang="en-US" sz="3999" dirty="0"/>
                <a:t> labore et dolore magna </a:t>
              </a:r>
              <a:r>
                <a:rPr lang="en-US" sz="3999" dirty="0" err="1"/>
                <a:t>aliqua</a:t>
              </a:r>
              <a:r>
                <a:rPr lang="en-US" sz="3999" dirty="0"/>
                <a:t>. Ut </a:t>
              </a:r>
              <a:r>
                <a:rPr lang="en-US" sz="3999" dirty="0" err="1"/>
                <a:t>enim</a:t>
              </a:r>
              <a:r>
                <a:rPr lang="en-US" sz="3999" dirty="0"/>
                <a:t> ad minim </a:t>
              </a:r>
              <a:r>
                <a:rPr lang="en-US" sz="3999" dirty="0" err="1"/>
                <a:t>veniam</a:t>
              </a:r>
              <a:r>
                <a:rPr lang="en-US" sz="3999" dirty="0"/>
                <a:t>, </a:t>
              </a:r>
              <a:r>
                <a:rPr lang="en-US" sz="3999" dirty="0" err="1"/>
                <a:t>quis</a:t>
              </a:r>
              <a:r>
                <a:rPr lang="en-US" sz="3999" dirty="0"/>
                <a:t> </a:t>
              </a:r>
              <a:r>
                <a:rPr lang="en-US" sz="3999" dirty="0" err="1"/>
                <a:t>nostrud</a:t>
              </a:r>
              <a:r>
                <a:rPr lang="en-US" sz="3999" dirty="0"/>
                <a:t> exercitation </a:t>
              </a:r>
              <a:r>
                <a:rPr lang="en-US" sz="3999" dirty="0" err="1"/>
                <a:t>ullamco</a:t>
              </a:r>
              <a:r>
                <a:rPr lang="en-US" sz="3999" dirty="0"/>
                <a:t> </a:t>
              </a:r>
              <a:r>
                <a:rPr lang="en-US" sz="3999" dirty="0" err="1"/>
                <a:t>laboris</a:t>
              </a:r>
              <a:r>
                <a:rPr lang="en-US" sz="3999" dirty="0"/>
                <a:t> nisi </a:t>
              </a:r>
              <a:r>
                <a:rPr lang="en-US" sz="3999" dirty="0" err="1"/>
                <a:t>ut</a:t>
              </a:r>
              <a:r>
                <a:rPr lang="en-US" sz="3999" dirty="0"/>
                <a:t> </a:t>
              </a:r>
              <a:r>
                <a:rPr lang="en-US" sz="3999" dirty="0" err="1"/>
                <a:t>aliquip</a:t>
              </a:r>
              <a:r>
                <a:rPr lang="en-US" sz="3999" dirty="0"/>
                <a:t> ex </a:t>
              </a:r>
              <a:r>
                <a:rPr lang="en-US" sz="3999" dirty="0" err="1"/>
                <a:t>ea</a:t>
              </a:r>
              <a:r>
                <a:rPr lang="en-US" sz="3999" dirty="0"/>
                <a:t> </a:t>
              </a:r>
              <a:r>
                <a:rPr lang="en-US" sz="3999" dirty="0" err="1"/>
                <a:t>commodo</a:t>
              </a:r>
              <a:r>
                <a:rPr lang="en-US" sz="3999" dirty="0"/>
                <a:t> </a:t>
              </a:r>
              <a:r>
                <a:rPr lang="en-US" sz="3999" dirty="0" err="1"/>
                <a:t>consequat</a:t>
              </a:r>
              <a:r>
                <a:rPr lang="en-US" sz="3999" dirty="0"/>
                <a:t>. Duis </a:t>
              </a:r>
              <a:r>
                <a:rPr lang="en-US" sz="3999" dirty="0" err="1"/>
                <a:t>aute</a:t>
              </a:r>
              <a:r>
                <a:rPr lang="en-US" sz="3999" dirty="0"/>
                <a:t> </a:t>
              </a:r>
              <a:r>
                <a:rPr lang="en-US" sz="3999" dirty="0" err="1"/>
                <a:t>irure</a:t>
              </a:r>
              <a:r>
                <a:rPr lang="en-US" sz="3999" dirty="0"/>
                <a:t> dolor in </a:t>
              </a:r>
              <a:r>
                <a:rPr lang="en-US" sz="3999" dirty="0" err="1"/>
                <a:t>reprehenderit</a:t>
              </a:r>
              <a:r>
                <a:rPr lang="en-US" sz="3999" dirty="0"/>
                <a:t> in </a:t>
              </a:r>
              <a:r>
                <a:rPr lang="en-US" sz="3999" dirty="0" err="1"/>
                <a:t>voluptate</a:t>
              </a:r>
              <a:r>
                <a:rPr lang="en-US" sz="3999" dirty="0"/>
                <a:t> </a:t>
              </a:r>
              <a:r>
                <a:rPr lang="en-US" sz="3999" dirty="0" err="1"/>
                <a:t>velit</a:t>
              </a:r>
              <a:r>
                <a:rPr lang="en-US" sz="3999" dirty="0"/>
                <a:t> </a:t>
              </a:r>
              <a:r>
                <a:rPr lang="en-US" sz="3999" dirty="0" err="1"/>
                <a:t>esse</a:t>
              </a:r>
              <a:r>
                <a:rPr lang="en-US" sz="3999" dirty="0"/>
                <a:t> </a:t>
              </a:r>
              <a:r>
                <a:rPr lang="en-US" sz="3999" dirty="0" err="1"/>
                <a:t>cillum</a:t>
              </a:r>
              <a:r>
                <a:rPr lang="en-US" sz="3999" dirty="0"/>
                <a:t> dolore </a:t>
              </a:r>
              <a:r>
                <a:rPr lang="en-US" sz="3999" dirty="0" err="1"/>
                <a:t>eu</a:t>
              </a:r>
              <a:r>
                <a:rPr lang="en-US" sz="3999" dirty="0"/>
                <a:t> </a:t>
              </a:r>
              <a:r>
                <a:rPr lang="en-US" sz="3999" dirty="0" err="1"/>
                <a:t>fugiat</a:t>
              </a:r>
              <a:r>
                <a:rPr lang="en-US" sz="3999" dirty="0"/>
                <a:t> </a:t>
              </a:r>
              <a:r>
                <a:rPr lang="en-US" sz="3999" dirty="0" err="1"/>
                <a:t>nulla</a:t>
              </a:r>
              <a:r>
                <a:rPr lang="en-US" sz="3999" dirty="0"/>
                <a:t> </a:t>
              </a:r>
              <a:r>
                <a:rPr lang="en-US" sz="3999" dirty="0" err="1"/>
                <a:t>pariatur</a:t>
              </a:r>
              <a:r>
                <a:rPr lang="en-US" sz="3999" dirty="0"/>
                <a:t>. </a:t>
              </a:r>
              <a:r>
                <a:rPr lang="en-US" sz="3999" dirty="0" err="1"/>
                <a:t>Excepteur</a:t>
              </a:r>
              <a:r>
                <a:rPr lang="en-US" sz="3999" dirty="0"/>
                <a:t> </a:t>
              </a:r>
              <a:r>
                <a:rPr lang="en-US" sz="3999" dirty="0" err="1"/>
                <a:t>sint</a:t>
              </a:r>
              <a:r>
                <a:rPr lang="en-US" sz="3999" dirty="0"/>
                <a:t> </a:t>
              </a:r>
              <a:r>
                <a:rPr lang="en-US" sz="3999" dirty="0" err="1"/>
                <a:t>occaecat</a:t>
              </a:r>
              <a:r>
                <a:rPr lang="en-US" sz="3999" dirty="0"/>
                <a:t> </a:t>
              </a:r>
              <a:r>
                <a:rPr lang="en-US" sz="3999" dirty="0" err="1"/>
                <a:t>cupidatat</a:t>
              </a:r>
              <a:r>
                <a:rPr lang="en-US" sz="3999" dirty="0"/>
                <a:t> non </a:t>
              </a:r>
              <a:r>
                <a:rPr lang="en-US" sz="3999" dirty="0" err="1"/>
                <a:t>proident</a:t>
              </a:r>
              <a:r>
                <a:rPr lang="en-US" sz="3999" dirty="0"/>
                <a:t>, sunt in culpa qui </a:t>
              </a:r>
              <a:r>
                <a:rPr lang="en-US" sz="3999" dirty="0" err="1"/>
                <a:t>officia</a:t>
              </a:r>
              <a:r>
                <a:rPr lang="en-US" sz="3999" dirty="0"/>
                <a:t> </a:t>
              </a:r>
              <a:r>
                <a:rPr lang="en-US" sz="3999" dirty="0" err="1"/>
                <a:t>deserunt</a:t>
              </a:r>
              <a:r>
                <a:rPr lang="en-US" sz="3999" dirty="0"/>
                <a:t> </a:t>
              </a:r>
              <a:r>
                <a:rPr lang="en-US" sz="3999" dirty="0" err="1"/>
                <a:t>mollit</a:t>
              </a:r>
              <a:r>
                <a:rPr lang="en-US" sz="3999" dirty="0"/>
                <a:t> </a:t>
              </a:r>
              <a:r>
                <a:rPr lang="en-US" sz="3999" dirty="0" err="1"/>
                <a:t>anim</a:t>
              </a:r>
              <a:r>
                <a:rPr lang="en-US" sz="3999" dirty="0"/>
                <a:t> id </a:t>
              </a:r>
              <a:r>
                <a:rPr lang="en-US" sz="3999" dirty="0" err="1"/>
                <a:t>est</a:t>
              </a:r>
              <a:r>
                <a:rPr lang="en-US" sz="3999" dirty="0"/>
                <a:t> </a:t>
              </a:r>
              <a:r>
                <a:rPr lang="en-US" sz="3999" dirty="0" err="1"/>
                <a:t>laborum</a:t>
              </a:r>
              <a:r>
                <a:rPr lang="en-US" sz="3999" dirty="0"/>
                <a:t>.</a:t>
              </a:r>
            </a:p>
            <a:p>
              <a:pPr marL="548670" indent="-548670" algn="just">
                <a:buFont typeface="Arial" panose="020B0604020202020204" pitchFamily="34" charset="0"/>
                <a:buChar char="•"/>
              </a:pPr>
              <a:endParaRPr lang="en-US" sz="3999" dirty="0"/>
            </a:p>
          </p:txBody>
        </p:sp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BDC0C31C-DF10-C33F-EA50-F7DBBB2F43EA}"/>
                </a:ext>
              </a:extLst>
            </p:cNvPr>
            <p:cNvGrpSpPr/>
            <p:nvPr/>
          </p:nvGrpSpPr>
          <p:grpSpPr>
            <a:xfrm>
              <a:off x="1013645" y="24617645"/>
              <a:ext cx="11934240" cy="6438903"/>
              <a:chOff x="802511" y="25018997"/>
              <a:chExt cx="12721320" cy="6438903"/>
            </a:xfrm>
          </p:grpSpPr>
          <p:sp>
            <p:nvSpPr>
              <p:cNvPr id="37" name="Rounded Rectangle 36"/>
              <p:cNvSpPr/>
              <p:nvPr/>
            </p:nvSpPr>
            <p:spPr>
              <a:xfrm>
                <a:off x="802511" y="25018997"/>
                <a:ext cx="12721320" cy="6438903"/>
              </a:xfrm>
              <a:prstGeom prst="roundRect">
                <a:avLst>
                  <a:gd name="adj" fmla="val 2493"/>
                </a:avLst>
              </a:prstGeom>
              <a:solidFill>
                <a:srgbClr val="A2955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703" dirty="0"/>
              </a:p>
            </p:txBody>
          </p:sp>
          <p:sp>
            <p:nvSpPr>
              <p:cNvPr id="44" name="TextBox 43"/>
              <p:cNvSpPr txBox="1"/>
              <p:nvPr/>
            </p:nvSpPr>
            <p:spPr>
              <a:xfrm>
                <a:off x="4296774" y="25564710"/>
                <a:ext cx="5552391" cy="7077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999" b="1" dirty="0"/>
                  <a:t>Photo Title</a:t>
                </a:r>
              </a:p>
            </p:txBody>
          </p:sp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E0C71D54-B95B-8FD6-5B25-4EE82B5EBE65}"/>
                  </a:ext>
                </a:extLst>
              </p:cNvPr>
              <p:cNvSpPr txBox="1"/>
              <p:nvPr/>
            </p:nvSpPr>
            <p:spPr>
              <a:xfrm>
                <a:off x="1504746" y="30510677"/>
                <a:ext cx="497085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/>
                  <a:t>Lorem ipsum dolor sit </a:t>
                </a:r>
                <a:r>
                  <a:rPr lang="en-US" sz="2400" dirty="0" err="1"/>
                  <a:t>amet</a:t>
                </a:r>
                <a:r>
                  <a:rPr lang="en-US" sz="2400" dirty="0"/>
                  <a:t>.</a:t>
                </a:r>
              </a:p>
            </p:txBody>
          </p:sp>
          <p:pic>
            <p:nvPicPr>
              <p:cNvPr id="36" name="Graphic 35" descr="Images with solid fill">
                <a:extLst>
                  <a:ext uri="{FF2B5EF4-FFF2-40B4-BE49-F238E27FC236}">
                    <a16:creationId xmlns:a16="http://schemas.microsoft.com/office/drawing/2014/main" id="{DADFA2C1-985D-46D9-749A-02ED129AB6B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1610217" y="25957682"/>
                <a:ext cx="4572525" cy="4572525"/>
              </a:xfrm>
              <a:prstGeom prst="rect">
                <a:avLst/>
              </a:prstGeom>
            </p:spPr>
          </p:pic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D403C580-FC55-B0EA-4C78-FC3854525DC0}"/>
                  </a:ext>
                </a:extLst>
              </p:cNvPr>
              <p:cNvSpPr txBox="1"/>
              <p:nvPr/>
            </p:nvSpPr>
            <p:spPr>
              <a:xfrm>
                <a:off x="7562077" y="30471584"/>
                <a:ext cx="497085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/>
                  <a:t>Lorem ipsum dolor sit </a:t>
                </a:r>
                <a:r>
                  <a:rPr lang="en-US" sz="2400" dirty="0" err="1"/>
                  <a:t>amet</a:t>
                </a:r>
                <a:r>
                  <a:rPr lang="en-US" sz="2400" dirty="0"/>
                  <a:t>.</a:t>
                </a:r>
              </a:p>
            </p:txBody>
          </p:sp>
          <p:pic>
            <p:nvPicPr>
              <p:cNvPr id="41" name="Graphic 40" descr="Images with solid fill">
                <a:extLst>
                  <a:ext uri="{FF2B5EF4-FFF2-40B4-BE49-F238E27FC236}">
                    <a16:creationId xmlns:a16="http://schemas.microsoft.com/office/drawing/2014/main" id="{9EE61FF4-56CD-6A9E-952F-63CD591B222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7667548" y="25918589"/>
                <a:ext cx="4572525" cy="4572525"/>
              </a:xfrm>
              <a:prstGeom prst="rect">
                <a:avLst/>
              </a:prstGeom>
            </p:spPr>
          </p:pic>
        </p:grpSp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00B55532-F24F-D05D-C830-0BD0AF1E9A2A}"/>
              </a:ext>
            </a:extLst>
          </p:cNvPr>
          <p:cNvGrpSpPr/>
          <p:nvPr/>
        </p:nvGrpSpPr>
        <p:grpSpPr>
          <a:xfrm>
            <a:off x="30472103" y="25861672"/>
            <a:ext cx="12801600" cy="3524095"/>
            <a:chOff x="32397131" y="25918589"/>
            <a:chExt cx="12801600" cy="3524095"/>
          </a:xfrm>
        </p:grpSpPr>
        <p:sp>
          <p:nvSpPr>
            <p:cNvPr id="43" name="Rounded Rectangle 36">
              <a:extLst>
                <a:ext uri="{FF2B5EF4-FFF2-40B4-BE49-F238E27FC236}">
                  <a16:creationId xmlns:a16="http://schemas.microsoft.com/office/drawing/2014/main" id="{D717C363-6CC3-A5D9-631D-A899C011EE48}"/>
                </a:ext>
              </a:extLst>
            </p:cNvPr>
            <p:cNvSpPr/>
            <p:nvPr/>
          </p:nvSpPr>
          <p:spPr>
            <a:xfrm>
              <a:off x="32561946" y="26901453"/>
              <a:ext cx="12471971" cy="2417365"/>
            </a:xfrm>
            <a:prstGeom prst="roundRect">
              <a:avLst>
                <a:gd name="adj" fmla="val 7153"/>
              </a:avLst>
            </a:prstGeom>
            <a:solidFill>
              <a:srgbClr val="A2955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703" dirty="0"/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32397131" y="26380491"/>
              <a:ext cx="12801600" cy="3062193"/>
            </a:xfrm>
            <a:prstGeom prst="roundRect">
              <a:avLst>
                <a:gd name="adj" fmla="val 9183"/>
              </a:avLst>
            </a:prstGeom>
            <a:noFill/>
            <a:ln w="57150">
              <a:solidFill>
                <a:srgbClr val="989BA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703"/>
            </a:p>
          </p:txBody>
        </p:sp>
        <p:sp>
          <p:nvSpPr>
            <p:cNvPr id="28" name="Rounded Rectangle 27"/>
            <p:cNvSpPr/>
            <p:nvPr/>
          </p:nvSpPr>
          <p:spPr>
            <a:xfrm>
              <a:off x="36398092" y="25918589"/>
              <a:ext cx="4799679" cy="877824"/>
            </a:xfrm>
            <a:prstGeom prst="roundRect">
              <a:avLst/>
            </a:prstGeom>
            <a:solidFill>
              <a:srgbClr val="BCC6D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5121" dirty="0">
                  <a:solidFill>
                    <a:schemeClr val="tx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Conclusions</a:t>
              </a:r>
            </a:p>
          </p:txBody>
        </p:sp>
        <p:sp>
          <p:nvSpPr>
            <p:cNvPr id="34" name="Rectangle 33"/>
            <p:cNvSpPr/>
            <p:nvPr/>
          </p:nvSpPr>
          <p:spPr>
            <a:xfrm>
              <a:off x="32684305" y="27232972"/>
              <a:ext cx="12227253" cy="120032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/>
              <a:r>
                <a:rPr lang="en-US" sz="3600" dirty="0"/>
                <a:t>Lorem ipsum dolor sit </a:t>
              </a:r>
              <a:r>
                <a:rPr lang="en-US" sz="3600" dirty="0" err="1"/>
                <a:t>amet</a:t>
              </a:r>
              <a:r>
                <a:rPr lang="en-US" sz="3600" dirty="0"/>
                <a:t>, </a:t>
              </a:r>
              <a:r>
                <a:rPr lang="en-US" sz="3600" dirty="0" err="1"/>
                <a:t>consectetur</a:t>
              </a:r>
              <a:r>
                <a:rPr lang="en-US" sz="3600" dirty="0"/>
                <a:t> </a:t>
              </a:r>
              <a:r>
                <a:rPr lang="en-US" sz="3600" dirty="0" err="1"/>
                <a:t>adipiscing</a:t>
              </a:r>
              <a:r>
                <a:rPr lang="en-US" sz="3600" dirty="0"/>
                <a:t> </a:t>
              </a:r>
              <a:r>
                <a:rPr lang="en-US" sz="3600" dirty="0" err="1"/>
                <a:t>elit</a:t>
              </a:r>
              <a:r>
                <a:rPr lang="en-US" sz="3600" dirty="0"/>
                <a:t>, sed do </a:t>
              </a:r>
              <a:r>
                <a:rPr lang="en-US" sz="3600" dirty="0" err="1"/>
                <a:t>eiusmod</a:t>
              </a:r>
              <a:r>
                <a:rPr lang="en-US" sz="3600" dirty="0"/>
                <a:t> </a:t>
              </a:r>
              <a:r>
                <a:rPr lang="en-US" sz="3600" dirty="0" err="1"/>
                <a:t>tempor</a:t>
              </a:r>
              <a:r>
                <a:rPr lang="en-US" sz="3600" dirty="0"/>
                <a:t> </a:t>
              </a:r>
              <a:r>
                <a:rPr lang="en-US" sz="3600" dirty="0" err="1"/>
                <a:t>incididunt</a:t>
              </a:r>
              <a:r>
                <a:rPr lang="en-US" sz="3600" dirty="0"/>
                <a:t> </a:t>
              </a:r>
              <a:r>
                <a:rPr lang="en-US" sz="3600" dirty="0" err="1"/>
                <a:t>ut</a:t>
              </a:r>
              <a:r>
                <a:rPr lang="en-US" sz="3600" dirty="0"/>
                <a:t> labore et dolore magna </a:t>
              </a:r>
              <a:r>
                <a:rPr lang="en-US" sz="3600" dirty="0" err="1"/>
                <a:t>aliqua</a:t>
              </a:r>
              <a:r>
                <a:rPr lang="en-US" sz="3600" dirty="0"/>
                <a:t>. </a:t>
              </a:r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70090860-3CF0-5082-B9E3-594699453446}"/>
              </a:ext>
            </a:extLst>
          </p:cNvPr>
          <p:cNvGrpSpPr/>
          <p:nvPr/>
        </p:nvGrpSpPr>
        <p:grpSpPr>
          <a:xfrm>
            <a:off x="30472103" y="29856019"/>
            <a:ext cx="12801600" cy="2274992"/>
            <a:chOff x="32397131" y="29856019"/>
            <a:chExt cx="12801600" cy="2274992"/>
          </a:xfrm>
        </p:grpSpPr>
        <p:sp>
          <p:nvSpPr>
            <p:cNvPr id="42" name="Rounded Rectangle 36">
              <a:extLst>
                <a:ext uri="{FF2B5EF4-FFF2-40B4-BE49-F238E27FC236}">
                  <a16:creationId xmlns:a16="http://schemas.microsoft.com/office/drawing/2014/main" id="{257EDFFA-96D7-C898-5427-69C17725FD30}"/>
                </a:ext>
              </a:extLst>
            </p:cNvPr>
            <p:cNvSpPr/>
            <p:nvPr/>
          </p:nvSpPr>
          <p:spPr>
            <a:xfrm>
              <a:off x="32585100" y="30822482"/>
              <a:ext cx="12425663" cy="1207817"/>
            </a:xfrm>
            <a:prstGeom prst="roundRect">
              <a:avLst>
                <a:gd name="adj" fmla="val 11956"/>
              </a:avLst>
            </a:prstGeom>
            <a:solidFill>
              <a:srgbClr val="A2955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703" dirty="0"/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32397131" y="30262798"/>
              <a:ext cx="12801600" cy="1868213"/>
            </a:xfrm>
            <a:prstGeom prst="roundRect">
              <a:avLst>
                <a:gd name="adj" fmla="val 10810"/>
              </a:avLst>
            </a:prstGeom>
            <a:noFill/>
            <a:ln w="57150">
              <a:solidFill>
                <a:srgbClr val="989BA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703"/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35586256" y="29856019"/>
              <a:ext cx="6423351" cy="877824"/>
            </a:xfrm>
            <a:prstGeom prst="roundRect">
              <a:avLst/>
            </a:prstGeom>
            <a:solidFill>
              <a:srgbClr val="BCC6D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800" dirty="0">
                  <a:solidFill>
                    <a:schemeClr val="tx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Acknowledgements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32705751" y="30862967"/>
              <a:ext cx="12184361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sz="2000" dirty="0"/>
                <a:t>Lorem ipsum dolor sit </a:t>
              </a:r>
              <a:r>
                <a:rPr lang="en-US" sz="2000" dirty="0" err="1"/>
                <a:t>amet</a:t>
              </a:r>
              <a:r>
                <a:rPr lang="en-US" sz="2000" dirty="0"/>
                <a:t>, </a:t>
              </a:r>
              <a:r>
                <a:rPr lang="en-US" sz="2000" dirty="0" err="1"/>
                <a:t>consectetur</a:t>
              </a:r>
              <a:r>
                <a:rPr lang="en-US" sz="2000" dirty="0"/>
                <a:t> </a:t>
              </a:r>
              <a:r>
                <a:rPr lang="en-US" sz="2000" dirty="0" err="1"/>
                <a:t>adipiscing</a:t>
              </a:r>
              <a:r>
                <a:rPr lang="en-US" sz="2000" dirty="0"/>
                <a:t> </a:t>
              </a:r>
              <a:r>
                <a:rPr lang="en-US" sz="2000" dirty="0" err="1"/>
                <a:t>elit</a:t>
              </a:r>
              <a:r>
                <a:rPr lang="en-US" sz="2000" dirty="0"/>
                <a:t>, sed do </a:t>
              </a:r>
              <a:r>
                <a:rPr lang="en-US" sz="2000" dirty="0" err="1"/>
                <a:t>eiusmod</a:t>
              </a:r>
              <a:r>
                <a:rPr lang="en-US" sz="2000" dirty="0"/>
                <a:t> </a:t>
              </a:r>
              <a:r>
                <a:rPr lang="en-US" sz="2000" dirty="0" err="1"/>
                <a:t>tempor</a:t>
              </a:r>
              <a:r>
                <a:rPr lang="en-US" sz="2000" dirty="0"/>
                <a:t> </a:t>
              </a:r>
              <a:r>
                <a:rPr lang="en-US" sz="2000" dirty="0" err="1"/>
                <a:t>incididunt</a:t>
              </a:r>
              <a:r>
                <a:rPr lang="en-US" sz="2000" dirty="0"/>
                <a:t> </a:t>
              </a:r>
              <a:r>
                <a:rPr lang="en-US" sz="2000" dirty="0" err="1"/>
                <a:t>ut</a:t>
              </a:r>
              <a:r>
                <a:rPr lang="en-US" sz="2000" dirty="0"/>
                <a:t> labore et dolore magna </a:t>
              </a:r>
              <a:r>
                <a:rPr lang="en-US" sz="2000" dirty="0" err="1"/>
                <a:t>aliqua</a:t>
              </a:r>
              <a:r>
                <a:rPr lang="en-US" sz="2000" dirty="0"/>
                <a:t>. Ut </a:t>
              </a:r>
              <a:r>
                <a:rPr lang="en-US" sz="2000" dirty="0" err="1"/>
                <a:t>enim</a:t>
              </a:r>
              <a:r>
                <a:rPr lang="en-US" sz="2000" dirty="0"/>
                <a:t> ad minim </a:t>
              </a:r>
              <a:r>
                <a:rPr lang="en-US" sz="2000" dirty="0" err="1"/>
                <a:t>veniam</a:t>
              </a:r>
              <a:r>
                <a:rPr lang="en-US" sz="2000" dirty="0"/>
                <a:t>, </a:t>
              </a:r>
              <a:r>
                <a:rPr lang="en-US" sz="2000" dirty="0" err="1"/>
                <a:t>quis</a:t>
              </a:r>
              <a:r>
                <a:rPr lang="en-US" sz="2000" dirty="0"/>
                <a:t> </a:t>
              </a:r>
              <a:r>
                <a:rPr lang="en-US" sz="2000" dirty="0" err="1"/>
                <a:t>nostrud</a:t>
              </a:r>
              <a:r>
                <a:rPr lang="en-US" sz="2000" dirty="0"/>
                <a:t> exercitation </a:t>
              </a:r>
              <a:r>
                <a:rPr lang="en-US" sz="2000" dirty="0" err="1"/>
                <a:t>ullamco</a:t>
              </a:r>
              <a:r>
                <a:rPr lang="en-US" sz="2000" dirty="0"/>
                <a:t> </a:t>
              </a:r>
              <a:r>
                <a:rPr lang="en-US" sz="2000" dirty="0" err="1"/>
                <a:t>laboris</a:t>
              </a:r>
              <a:r>
                <a:rPr lang="en-US" sz="2000" dirty="0"/>
                <a:t> nisi </a:t>
              </a:r>
              <a:r>
                <a:rPr lang="en-US" sz="2000" dirty="0" err="1"/>
                <a:t>ut</a:t>
              </a:r>
              <a:r>
                <a:rPr lang="en-US" sz="2000" dirty="0"/>
                <a:t> </a:t>
              </a:r>
              <a:r>
                <a:rPr lang="en-US" sz="2000" dirty="0" err="1"/>
                <a:t>aliquip</a:t>
              </a:r>
              <a:r>
                <a:rPr lang="en-US" sz="2000" dirty="0"/>
                <a:t> ex </a:t>
              </a:r>
              <a:r>
                <a:rPr lang="en-US" sz="2000" dirty="0" err="1"/>
                <a:t>ea</a:t>
              </a:r>
              <a:r>
                <a:rPr lang="en-US" sz="2000" dirty="0"/>
                <a:t> </a:t>
              </a:r>
              <a:r>
                <a:rPr lang="en-US" sz="2000" dirty="0" err="1"/>
                <a:t>commodo</a:t>
              </a:r>
              <a:r>
                <a:rPr lang="en-US" sz="2000" dirty="0"/>
                <a:t> </a:t>
              </a:r>
              <a:r>
                <a:rPr lang="en-US" sz="2000" dirty="0" err="1"/>
                <a:t>consequat</a:t>
              </a:r>
              <a:r>
                <a:rPr lang="en-US" sz="2000" dirty="0"/>
                <a:t>.</a:t>
              </a:r>
            </a:p>
          </p:txBody>
        </p: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2818CEA0-99EB-8BAD-410D-6007D92E9067}"/>
              </a:ext>
            </a:extLst>
          </p:cNvPr>
          <p:cNvGrpSpPr/>
          <p:nvPr/>
        </p:nvGrpSpPr>
        <p:grpSpPr>
          <a:xfrm>
            <a:off x="30472103" y="6476358"/>
            <a:ext cx="12801600" cy="18915063"/>
            <a:chOff x="30507843" y="6537921"/>
            <a:chExt cx="12801600" cy="18915063"/>
          </a:xfrm>
        </p:grpSpPr>
        <p:sp>
          <p:nvSpPr>
            <p:cNvPr id="127" name="Rounded Rectangle 126"/>
            <p:cNvSpPr/>
            <p:nvPr/>
          </p:nvSpPr>
          <p:spPr>
            <a:xfrm>
              <a:off x="30507843" y="6960705"/>
              <a:ext cx="12801600" cy="18492279"/>
            </a:xfrm>
            <a:prstGeom prst="roundRect">
              <a:avLst>
                <a:gd name="adj" fmla="val 3778"/>
              </a:avLst>
            </a:prstGeom>
            <a:noFill/>
            <a:ln w="57150">
              <a:gradFill>
                <a:gsLst>
                  <a:gs pos="1000">
                    <a:schemeClr val="accent6">
                      <a:lumMod val="50000"/>
                    </a:schemeClr>
                  </a:gs>
                  <a:gs pos="100000">
                    <a:srgbClr val="989BA6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703"/>
            </a:p>
          </p:txBody>
        </p:sp>
        <p:sp>
          <p:nvSpPr>
            <p:cNvPr id="130" name="Rounded Rectangle 129"/>
            <p:cNvSpPr/>
            <p:nvPr/>
          </p:nvSpPr>
          <p:spPr>
            <a:xfrm>
              <a:off x="34344138" y="6537921"/>
              <a:ext cx="5129011" cy="877824"/>
            </a:xfrm>
            <a:prstGeom prst="roundRect">
              <a:avLst/>
            </a:prstGeom>
            <a:solidFill>
              <a:srgbClr val="4B7833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5121" dirty="0">
                  <a:solidFill>
                    <a:schemeClr val="tx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Section Header</a:t>
              </a:r>
            </a:p>
          </p:txBody>
        </p:sp>
        <p:sp>
          <p:nvSpPr>
            <p:cNvPr id="137" name="TextBox 136"/>
            <p:cNvSpPr txBox="1"/>
            <p:nvPr/>
          </p:nvSpPr>
          <p:spPr>
            <a:xfrm>
              <a:off x="30844995" y="7680961"/>
              <a:ext cx="12127297" cy="100642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sz="3600" dirty="0"/>
                <a:t>Lorem ipsum dolor sit </a:t>
              </a:r>
              <a:r>
                <a:rPr lang="en-US" sz="3600" dirty="0" err="1"/>
                <a:t>amet</a:t>
              </a:r>
              <a:r>
                <a:rPr lang="en-US" sz="3600" dirty="0"/>
                <a:t>, </a:t>
              </a:r>
              <a:r>
                <a:rPr lang="en-US" sz="3600" dirty="0" err="1"/>
                <a:t>consectetur</a:t>
              </a:r>
              <a:r>
                <a:rPr lang="en-US" sz="3600" dirty="0"/>
                <a:t> </a:t>
              </a:r>
              <a:r>
                <a:rPr lang="en-US" sz="3600" dirty="0" err="1"/>
                <a:t>adipiscing</a:t>
              </a:r>
              <a:r>
                <a:rPr lang="en-US" sz="3600" dirty="0"/>
                <a:t> </a:t>
              </a:r>
              <a:r>
                <a:rPr lang="en-US" sz="3600" dirty="0" err="1"/>
                <a:t>elit</a:t>
              </a:r>
              <a:r>
                <a:rPr lang="en-US" sz="3600" dirty="0"/>
                <a:t>, sed do </a:t>
              </a:r>
              <a:r>
                <a:rPr lang="en-US" sz="3600" dirty="0" err="1"/>
                <a:t>eiusmod</a:t>
              </a:r>
              <a:r>
                <a:rPr lang="en-US" sz="3600" dirty="0"/>
                <a:t> </a:t>
              </a:r>
              <a:r>
                <a:rPr lang="en-US" sz="3600" dirty="0" err="1"/>
                <a:t>tempor</a:t>
              </a:r>
              <a:r>
                <a:rPr lang="en-US" sz="3600" dirty="0"/>
                <a:t> </a:t>
              </a:r>
              <a:r>
                <a:rPr lang="en-US" sz="3600" dirty="0" err="1"/>
                <a:t>incididunt</a:t>
              </a:r>
              <a:r>
                <a:rPr lang="en-US" sz="3600" dirty="0"/>
                <a:t> </a:t>
              </a:r>
              <a:r>
                <a:rPr lang="en-US" sz="3600" dirty="0" err="1"/>
                <a:t>ut</a:t>
              </a:r>
              <a:r>
                <a:rPr lang="en-US" sz="3600" dirty="0"/>
                <a:t> labore et dolore magna </a:t>
              </a:r>
              <a:r>
                <a:rPr lang="en-US" sz="3600" dirty="0" err="1"/>
                <a:t>aliqua</a:t>
              </a:r>
              <a:r>
                <a:rPr lang="en-US" sz="3600" dirty="0"/>
                <a:t>. Ut </a:t>
              </a:r>
              <a:r>
                <a:rPr lang="en-US" sz="3600" dirty="0" err="1"/>
                <a:t>enim</a:t>
              </a:r>
              <a:r>
                <a:rPr lang="en-US" sz="3600" dirty="0"/>
                <a:t> ad minim </a:t>
              </a:r>
              <a:r>
                <a:rPr lang="en-US" sz="3600" dirty="0" err="1"/>
                <a:t>veniam</a:t>
              </a:r>
              <a:r>
                <a:rPr lang="en-US" sz="3600" dirty="0"/>
                <a:t>, </a:t>
              </a:r>
              <a:r>
                <a:rPr lang="en-US" sz="3600" dirty="0" err="1"/>
                <a:t>quis</a:t>
              </a:r>
              <a:r>
                <a:rPr lang="en-US" sz="3600" dirty="0"/>
                <a:t> </a:t>
              </a:r>
              <a:r>
                <a:rPr lang="en-US" sz="3600" dirty="0" err="1"/>
                <a:t>nostrud</a:t>
              </a:r>
              <a:r>
                <a:rPr lang="en-US" sz="3600" dirty="0"/>
                <a:t> exercitation </a:t>
              </a:r>
              <a:r>
                <a:rPr lang="en-US" sz="3600" dirty="0" err="1"/>
                <a:t>ullamco</a:t>
              </a:r>
              <a:r>
                <a:rPr lang="en-US" sz="3600" dirty="0"/>
                <a:t> </a:t>
              </a:r>
              <a:r>
                <a:rPr lang="en-US" sz="3600" dirty="0" err="1"/>
                <a:t>laboris</a:t>
              </a:r>
              <a:r>
                <a:rPr lang="en-US" sz="3600" dirty="0"/>
                <a:t> nisi </a:t>
              </a:r>
              <a:r>
                <a:rPr lang="en-US" sz="3600" dirty="0" err="1"/>
                <a:t>ut</a:t>
              </a:r>
              <a:r>
                <a:rPr lang="en-US" sz="3600" dirty="0"/>
                <a:t> </a:t>
              </a:r>
              <a:r>
                <a:rPr lang="en-US" sz="3600" dirty="0" err="1"/>
                <a:t>aliquip</a:t>
              </a:r>
              <a:r>
                <a:rPr lang="en-US" sz="3600" dirty="0"/>
                <a:t> ex </a:t>
              </a:r>
              <a:r>
                <a:rPr lang="en-US" sz="3600" dirty="0" err="1"/>
                <a:t>ea</a:t>
              </a:r>
              <a:r>
                <a:rPr lang="en-US" sz="3600" dirty="0"/>
                <a:t> </a:t>
              </a:r>
              <a:r>
                <a:rPr lang="en-US" sz="3600" dirty="0" err="1"/>
                <a:t>commodo</a:t>
              </a:r>
              <a:r>
                <a:rPr lang="en-US" sz="3600" dirty="0"/>
                <a:t> </a:t>
              </a:r>
              <a:r>
                <a:rPr lang="en-US" sz="3600" dirty="0" err="1"/>
                <a:t>consequat</a:t>
              </a:r>
              <a:r>
                <a:rPr lang="en-US" sz="3600" dirty="0"/>
                <a:t>. Duis </a:t>
              </a:r>
              <a:r>
                <a:rPr lang="en-US" sz="3600" dirty="0" err="1"/>
                <a:t>aute</a:t>
              </a:r>
              <a:r>
                <a:rPr lang="en-US" sz="3600" dirty="0"/>
                <a:t> </a:t>
              </a:r>
              <a:r>
                <a:rPr lang="en-US" sz="3600" dirty="0" err="1"/>
                <a:t>irure</a:t>
              </a:r>
              <a:r>
                <a:rPr lang="en-US" sz="3600" dirty="0"/>
                <a:t> dolor in </a:t>
              </a:r>
              <a:r>
                <a:rPr lang="en-US" sz="3600" dirty="0" err="1"/>
                <a:t>reprehenderit</a:t>
              </a:r>
              <a:r>
                <a:rPr lang="en-US" sz="3600" dirty="0"/>
                <a:t> in </a:t>
              </a:r>
              <a:r>
                <a:rPr lang="en-US" sz="3600" dirty="0" err="1"/>
                <a:t>voluptate</a:t>
              </a:r>
              <a:r>
                <a:rPr lang="en-US" sz="3600" dirty="0"/>
                <a:t> </a:t>
              </a:r>
              <a:r>
                <a:rPr lang="en-US" sz="3600" dirty="0" err="1"/>
                <a:t>velit</a:t>
              </a:r>
              <a:r>
                <a:rPr lang="en-US" sz="3600" dirty="0"/>
                <a:t> </a:t>
              </a:r>
              <a:r>
                <a:rPr lang="en-US" sz="3600" dirty="0" err="1"/>
                <a:t>esse</a:t>
              </a:r>
              <a:r>
                <a:rPr lang="en-US" sz="3600" dirty="0"/>
                <a:t> </a:t>
              </a:r>
              <a:r>
                <a:rPr lang="en-US" sz="3600" dirty="0" err="1"/>
                <a:t>cillum</a:t>
              </a:r>
              <a:r>
                <a:rPr lang="en-US" sz="3600" dirty="0"/>
                <a:t> dolore </a:t>
              </a:r>
              <a:r>
                <a:rPr lang="en-US" sz="3600" dirty="0" err="1"/>
                <a:t>eu</a:t>
              </a:r>
              <a:r>
                <a:rPr lang="en-US" sz="3600" dirty="0"/>
                <a:t> </a:t>
              </a:r>
              <a:r>
                <a:rPr lang="en-US" sz="3600" dirty="0" err="1"/>
                <a:t>fugiat</a:t>
              </a:r>
              <a:r>
                <a:rPr lang="en-US" sz="3600" dirty="0"/>
                <a:t> </a:t>
              </a:r>
              <a:r>
                <a:rPr lang="en-US" sz="3600" dirty="0" err="1"/>
                <a:t>nulla</a:t>
              </a:r>
              <a:r>
                <a:rPr lang="en-US" sz="3600" dirty="0"/>
                <a:t> </a:t>
              </a:r>
              <a:r>
                <a:rPr lang="en-US" sz="3600" dirty="0" err="1"/>
                <a:t>pariatur</a:t>
              </a:r>
              <a:r>
                <a:rPr lang="en-US" sz="3600" dirty="0"/>
                <a:t>. </a:t>
              </a:r>
              <a:r>
                <a:rPr lang="en-US" sz="3600" dirty="0" err="1"/>
                <a:t>Excepteur</a:t>
              </a:r>
              <a:r>
                <a:rPr lang="en-US" sz="3600" dirty="0"/>
                <a:t> </a:t>
              </a:r>
              <a:r>
                <a:rPr lang="en-US" sz="3600" dirty="0" err="1"/>
                <a:t>sint</a:t>
              </a:r>
              <a:r>
                <a:rPr lang="en-US" sz="3600" dirty="0"/>
                <a:t> </a:t>
              </a:r>
              <a:r>
                <a:rPr lang="en-US" sz="3600" dirty="0" err="1"/>
                <a:t>occaecat</a:t>
              </a:r>
              <a:r>
                <a:rPr lang="en-US" sz="3600" dirty="0"/>
                <a:t> </a:t>
              </a:r>
              <a:r>
                <a:rPr lang="en-US" sz="3600" dirty="0" err="1"/>
                <a:t>cupidatat</a:t>
              </a:r>
              <a:r>
                <a:rPr lang="en-US" sz="3600" dirty="0"/>
                <a:t> non </a:t>
              </a:r>
              <a:r>
                <a:rPr lang="en-US" sz="3600" dirty="0" err="1"/>
                <a:t>proident</a:t>
              </a:r>
              <a:r>
                <a:rPr lang="en-US" sz="3600" dirty="0"/>
                <a:t>, sunt in culpa qui </a:t>
              </a:r>
              <a:r>
                <a:rPr lang="en-US" sz="3600" dirty="0" err="1"/>
                <a:t>officia</a:t>
              </a:r>
              <a:r>
                <a:rPr lang="en-US" sz="3600" dirty="0"/>
                <a:t> </a:t>
              </a:r>
              <a:r>
                <a:rPr lang="en-US" sz="3600" dirty="0" err="1"/>
                <a:t>deserunt</a:t>
              </a:r>
              <a:r>
                <a:rPr lang="en-US" sz="3600" dirty="0"/>
                <a:t> </a:t>
              </a:r>
              <a:r>
                <a:rPr lang="en-US" sz="3600" dirty="0" err="1"/>
                <a:t>mollit</a:t>
              </a:r>
              <a:r>
                <a:rPr lang="en-US" sz="3600" dirty="0"/>
                <a:t> </a:t>
              </a:r>
              <a:r>
                <a:rPr lang="en-US" sz="3600" dirty="0" err="1"/>
                <a:t>anim</a:t>
              </a:r>
              <a:r>
                <a:rPr lang="en-US" sz="3600" dirty="0"/>
                <a:t> id </a:t>
              </a:r>
              <a:r>
                <a:rPr lang="en-US" sz="3600" dirty="0" err="1"/>
                <a:t>est</a:t>
              </a:r>
              <a:r>
                <a:rPr lang="en-US" sz="3600" dirty="0"/>
                <a:t> </a:t>
              </a:r>
              <a:r>
                <a:rPr lang="en-US" sz="3600" dirty="0" err="1"/>
                <a:t>laborum</a:t>
              </a:r>
              <a:r>
                <a:rPr lang="en-US" sz="3600" dirty="0"/>
                <a:t>.</a:t>
              </a:r>
            </a:p>
            <a:p>
              <a:pPr algn="just"/>
              <a:endParaRPr lang="en-US" sz="3600" dirty="0"/>
            </a:p>
            <a:p>
              <a:pPr algn="just"/>
              <a:r>
                <a:rPr lang="en-US" sz="3600" dirty="0"/>
                <a:t>Lorem ipsum dolor sit </a:t>
              </a:r>
              <a:r>
                <a:rPr lang="en-US" sz="3600" dirty="0" err="1"/>
                <a:t>amet</a:t>
              </a:r>
              <a:r>
                <a:rPr lang="en-US" sz="3600" dirty="0"/>
                <a:t>, </a:t>
              </a:r>
              <a:r>
                <a:rPr lang="en-US" sz="3600" dirty="0" err="1"/>
                <a:t>consectetur</a:t>
              </a:r>
              <a:r>
                <a:rPr lang="en-US" sz="3600" dirty="0"/>
                <a:t> </a:t>
              </a:r>
              <a:r>
                <a:rPr lang="en-US" sz="3600" dirty="0" err="1"/>
                <a:t>adipiscing</a:t>
              </a:r>
              <a:r>
                <a:rPr lang="en-US" sz="3600" dirty="0"/>
                <a:t> </a:t>
              </a:r>
              <a:r>
                <a:rPr lang="en-US" sz="3600" dirty="0" err="1"/>
                <a:t>elit</a:t>
              </a:r>
              <a:r>
                <a:rPr lang="en-US" sz="3600" dirty="0"/>
                <a:t>, sed do </a:t>
              </a:r>
              <a:r>
                <a:rPr lang="en-US" sz="3600" dirty="0" err="1"/>
                <a:t>eiusmod</a:t>
              </a:r>
              <a:r>
                <a:rPr lang="en-US" sz="3600" dirty="0"/>
                <a:t> </a:t>
              </a:r>
              <a:r>
                <a:rPr lang="en-US" sz="3600" dirty="0" err="1"/>
                <a:t>tempor</a:t>
              </a:r>
              <a:r>
                <a:rPr lang="en-US" sz="3600" dirty="0"/>
                <a:t> </a:t>
              </a:r>
              <a:r>
                <a:rPr lang="en-US" sz="3600" dirty="0" err="1"/>
                <a:t>incididunt</a:t>
              </a:r>
              <a:r>
                <a:rPr lang="en-US" sz="3600" dirty="0"/>
                <a:t> </a:t>
              </a:r>
              <a:r>
                <a:rPr lang="en-US" sz="3600" dirty="0" err="1"/>
                <a:t>ut</a:t>
              </a:r>
              <a:r>
                <a:rPr lang="en-US" sz="3600" dirty="0"/>
                <a:t> labore et dolore magna </a:t>
              </a:r>
              <a:r>
                <a:rPr lang="en-US" sz="3600" dirty="0" err="1"/>
                <a:t>aliqua</a:t>
              </a:r>
              <a:r>
                <a:rPr lang="en-US" sz="3600" dirty="0"/>
                <a:t>. Ut </a:t>
              </a:r>
              <a:r>
                <a:rPr lang="en-US" sz="3600" dirty="0" err="1"/>
                <a:t>enim</a:t>
              </a:r>
              <a:r>
                <a:rPr lang="en-US" sz="3600" dirty="0"/>
                <a:t> ad minim </a:t>
              </a:r>
              <a:r>
                <a:rPr lang="en-US" sz="3600" dirty="0" err="1"/>
                <a:t>veniam</a:t>
              </a:r>
              <a:r>
                <a:rPr lang="en-US" sz="3600" dirty="0"/>
                <a:t>, </a:t>
              </a:r>
              <a:r>
                <a:rPr lang="en-US" sz="3600" dirty="0" err="1"/>
                <a:t>quis</a:t>
              </a:r>
              <a:r>
                <a:rPr lang="en-US" sz="3600" dirty="0"/>
                <a:t> </a:t>
              </a:r>
              <a:r>
                <a:rPr lang="en-US" sz="3600" dirty="0" err="1"/>
                <a:t>nostrud</a:t>
              </a:r>
              <a:r>
                <a:rPr lang="en-US" sz="3600" dirty="0"/>
                <a:t> exercitation </a:t>
              </a:r>
              <a:r>
                <a:rPr lang="en-US" sz="3600" dirty="0" err="1"/>
                <a:t>ullamco</a:t>
              </a:r>
              <a:r>
                <a:rPr lang="en-US" sz="3600" dirty="0"/>
                <a:t> </a:t>
              </a:r>
              <a:r>
                <a:rPr lang="en-US" sz="3600" dirty="0" err="1"/>
                <a:t>laboris</a:t>
              </a:r>
              <a:r>
                <a:rPr lang="en-US" sz="3600" dirty="0"/>
                <a:t> nisi </a:t>
              </a:r>
              <a:r>
                <a:rPr lang="en-US" sz="3600" dirty="0" err="1"/>
                <a:t>ut</a:t>
              </a:r>
              <a:r>
                <a:rPr lang="en-US" sz="3600" dirty="0"/>
                <a:t> </a:t>
              </a:r>
              <a:r>
                <a:rPr lang="en-US" sz="3600" dirty="0" err="1"/>
                <a:t>aliquip</a:t>
              </a:r>
              <a:r>
                <a:rPr lang="en-US" sz="3600" dirty="0"/>
                <a:t> ex </a:t>
              </a:r>
              <a:r>
                <a:rPr lang="en-US" sz="3600" dirty="0" err="1"/>
                <a:t>ea</a:t>
              </a:r>
              <a:r>
                <a:rPr lang="en-US" sz="3600" dirty="0"/>
                <a:t> </a:t>
              </a:r>
              <a:r>
                <a:rPr lang="en-US" sz="3600" dirty="0" err="1"/>
                <a:t>commodo</a:t>
              </a:r>
              <a:r>
                <a:rPr lang="en-US" sz="3600" dirty="0"/>
                <a:t> </a:t>
              </a:r>
              <a:r>
                <a:rPr lang="en-US" sz="3600" dirty="0" err="1"/>
                <a:t>consequat</a:t>
              </a:r>
              <a:r>
                <a:rPr lang="en-US" sz="3600" dirty="0"/>
                <a:t>. Duis </a:t>
              </a:r>
              <a:r>
                <a:rPr lang="en-US" sz="3600" dirty="0" err="1"/>
                <a:t>aute</a:t>
              </a:r>
              <a:r>
                <a:rPr lang="en-US" sz="3600" dirty="0"/>
                <a:t> </a:t>
              </a:r>
              <a:r>
                <a:rPr lang="en-US" sz="3600" dirty="0" err="1"/>
                <a:t>irure</a:t>
              </a:r>
              <a:r>
                <a:rPr lang="en-US" sz="3600" dirty="0"/>
                <a:t> dolor in </a:t>
              </a:r>
              <a:r>
                <a:rPr lang="en-US" sz="3600" dirty="0" err="1"/>
                <a:t>reprehenderit</a:t>
              </a:r>
              <a:r>
                <a:rPr lang="en-US" sz="3600" dirty="0"/>
                <a:t> in </a:t>
              </a:r>
              <a:r>
                <a:rPr lang="en-US" sz="3600" dirty="0" err="1"/>
                <a:t>voluptate</a:t>
              </a:r>
              <a:r>
                <a:rPr lang="en-US" sz="3600" dirty="0"/>
                <a:t> </a:t>
              </a:r>
              <a:r>
                <a:rPr lang="en-US" sz="3600" dirty="0" err="1"/>
                <a:t>velit</a:t>
              </a:r>
              <a:r>
                <a:rPr lang="en-US" sz="3600" dirty="0"/>
                <a:t> </a:t>
              </a:r>
              <a:r>
                <a:rPr lang="en-US" sz="3600" dirty="0" err="1"/>
                <a:t>esse</a:t>
              </a:r>
              <a:r>
                <a:rPr lang="en-US" sz="3600" dirty="0"/>
                <a:t> </a:t>
              </a:r>
              <a:r>
                <a:rPr lang="en-US" sz="3600" dirty="0" err="1"/>
                <a:t>cillum</a:t>
              </a:r>
              <a:r>
                <a:rPr lang="en-US" sz="3600" dirty="0"/>
                <a:t> dolore </a:t>
              </a:r>
              <a:r>
                <a:rPr lang="en-US" sz="3600" dirty="0" err="1"/>
                <a:t>eu</a:t>
              </a:r>
              <a:r>
                <a:rPr lang="en-US" sz="3600" dirty="0"/>
                <a:t> </a:t>
              </a:r>
              <a:r>
                <a:rPr lang="en-US" sz="3600" dirty="0" err="1"/>
                <a:t>fugiat</a:t>
              </a:r>
              <a:r>
                <a:rPr lang="en-US" sz="3600" dirty="0"/>
                <a:t> </a:t>
              </a:r>
              <a:r>
                <a:rPr lang="en-US" sz="3600" dirty="0" err="1"/>
                <a:t>nulla</a:t>
              </a:r>
              <a:r>
                <a:rPr lang="en-US" sz="3600" dirty="0"/>
                <a:t> </a:t>
              </a:r>
              <a:r>
                <a:rPr lang="en-US" sz="3600" dirty="0" err="1"/>
                <a:t>pariatur</a:t>
              </a:r>
              <a:r>
                <a:rPr lang="en-US" sz="3600" dirty="0"/>
                <a:t>. </a:t>
              </a:r>
              <a:r>
                <a:rPr lang="en-US" sz="3600" dirty="0" err="1"/>
                <a:t>Excepteur</a:t>
              </a:r>
              <a:r>
                <a:rPr lang="en-US" sz="3600" dirty="0"/>
                <a:t> </a:t>
              </a:r>
              <a:r>
                <a:rPr lang="en-US" sz="3600" dirty="0" err="1"/>
                <a:t>sint</a:t>
              </a:r>
              <a:r>
                <a:rPr lang="en-US" sz="3600" dirty="0"/>
                <a:t> </a:t>
              </a:r>
              <a:r>
                <a:rPr lang="en-US" sz="3600" dirty="0" err="1"/>
                <a:t>occaecat</a:t>
              </a:r>
              <a:r>
                <a:rPr lang="en-US" sz="3600" dirty="0"/>
                <a:t> </a:t>
              </a:r>
              <a:r>
                <a:rPr lang="en-US" sz="3600" dirty="0" err="1"/>
                <a:t>cupidatat</a:t>
              </a:r>
              <a:r>
                <a:rPr lang="en-US" sz="3600" dirty="0"/>
                <a:t> non </a:t>
              </a:r>
              <a:r>
                <a:rPr lang="en-US" sz="3600" dirty="0" err="1"/>
                <a:t>proident</a:t>
              </a:r>
              <a:r>
                <a:rPr lang="en-US" sz="3600" dirty="0"/>
                <a:t>, sunt in culpa qui </a:t>
              </a:r>
              <a:r>
                <a:rPr lang="en-US" sz="3600" dirty="0" err="1"/>
                <a:t>officia</a:t>
              </a:r>
              <a:r>
                <a:rPr lang="en-US" sz="3600" dirty="0"/>
                <a:t> </a:t>
              </a:r>
              <a:r>
                <a:rPr lang="en-US" sz="3600" dirty="0" err="1"/>
                <a:t>deserunt</a:t>
              </a:r>
              <a:r>
                <a:rPr lang="en-US" sz="3600" dirty="0"/>
                <a:t> </a:t>
              </a:r>
              <a:r>
                <a:rPr lang="en-US" sz="3600" dirty="0" err="1"/>
                <a:t>mollit</a:t>
              </a:r>
              <a:r>
                <a:rPr lang="en-US" sz="3600" dirty="0"/>
                <a:t> </a:t>
              </a:r>
              <a:r>
                <a:rPr lang="en-US" sz="3600" dirty="0" err="1"/>
                <a:t>anim</a:t>
              </a:r>
              <a:r>
                <a:rPr lang="en-US" sz="3600" dirty="0"/>
                <a:t> id </a:t>
              </a:r>
              <a:r>
                <a:rPr lang="en-US" sz="3600" dirty="0" err="1"/>
                <a:t>est</a:t>
              </a:r>
              <a:r>
                <a:rPr lang="en-US" sz="3600" dirty="0"/>
                <a:t> </a:t>
              </a:r>
              <a:r>
                <a:rPr lang="en-US" sz="3600" dirty="0" err="1"/>
                <a:t>laborum</a:t>
              </a:r>
              <a:r>
                <a:rPr lang="en-US" sz="3600" dirty="0"/>
                <a:t>.</a:t>
              </a:r>
            </a:p>
            <a:p>
              <a:pPr algn="just"/>
              <a:endParaRPr lang="en-US" sz="3600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126D9685-B60D-C3BF-4C43-BD7E8F7240C9}"/>
                </a:ext>
              </a:extLst>
            </p:cNvPr>
            <p:cNvSpPr txBox="1"/>
            <p:nvPr/>
          </p:nvSpPr>
          <p:spPr>
            <a:xfrm>
              <a:off x="30990380" y="23867907"/>
              <a:ext cx="11836527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sz="2400" dirty="0"/>
                <a:t>Lorem ipsum dolor sit </a:t>
              </a:r>
              <a:r>
                <a:rPr lang="en-US" sz="2400" dirty="0" err="1"/>
                <a:t>amet</a:t>
              </a:r>
              <a:r>
                <a:rPr lang="en-US" sz="2400" dirty="0"/>
                <a:t>, </a:t>
              </a:r>
              <a:r>
                <a:rPr lang="en-US" sz="2400" dirty="0" err="1"/>
                <a:t>consectetur</a:t>
              </a:r>
              <a:r>
                <a:rPr lang="en-US" sz="2400" dirty="0"/>
                <a:t> </a:t>
              </a:r>
              <a:r>
                <a:rPr lang="en-US" sz="2400" dirty="0" err="1"/>
                <a:t>adipiscing</a:t>
              </a:r>
              <a:r>
                <a:rPr lang="en-US" sz="2400" dirty="0"/>
                <a:t> </a:t>
              </a:r>
              <a:r>
                <a:rPr lang="en-US" sz="2400" dirty="0" err="1"/>
                <a:t>elit</a:t>
              </a:r>
              <a:r>
                <a:rPr lang="en-US" sz="2400" dirty="0"/>
                <a:t>, sed do </a:t>
              </a:r>
              <a:r>
                <a:rPr lang="en-US" sz="2400" dirty="0" err="1"/>
                <a:t>eiusmod</a:t>
              </a:r>
              <a:r>
                <a:rPr lang="en-US" sz="2400" dirty="0"/>
                <a:t> </a:t>
              </a:r>
              <a:r>
                <a:rPr lang="en-US" sz="2400" dirty="0" err="1"/>
                <a:t>tempor</a:t>
              </a:r>
              <a:r>
                <a:rPr lang="en-US" sz="2400" dirty="0"/>
                <a:t> </a:t>
              </a:r>
              <a:r>
                <a:rPr lang="en-US" sz="2400" dirty="0" err="1"/>
                <a:t>incididunt</a:t>
              </a:r>
              <a:r>
                <a:rPr lang="en-US" sz="2400" dirty="0"/>
                <a:t> </a:t>
              </a:r>
              <a:r>
                <a:rPr lang="en-US" sz="2400" dirty="0" err="1"/>
                <a:t>ut</a:t>
              </a:r>
              <a:r>
                <a:rPr lang="en-US" sz="2400" dirty="0"/>
                <a:t> labore et dolore magna </a:t>
              </a:r>
              <a:r>
                <a:rPr lang="en-US" sz="2400" dirty="0" err="1"/>
                <a:t>aliqua</a:t>
              </a:r>
              <a:r>
                <a:rPr lang="en-US" sz="2400" dirty="0"/>
                <a:t>. Ut </a:t>
              </a:r>
              <a:r>
                <a:rPr lang="en-US" sz="2400" dirty="0" err="1"/>
                <a:t>enim</a:t>
              </a:r>
              <a:r>
                <a:rPr lang="en-US" sz="2400" dirty="0"/>
                <a:t> ad minim </a:t>
              </a:r>
              <a:r>
                <a:rPr lang="en-US" sz="2400" dirty="0" err="1"/>
                <a:t>veniam</a:t>
              </a:r>
              <a:r>
                <a:rPr lang="en-US" sz="2400" dirty="0"/>
                <a:t>, </a:t>
              </a:r>
              <a:r>
                <a:rPr lang="en-US" sz="2400" dirty="0" err="1"/>
                <a:t>quis</a:t>
              </a:r>
              <a:r>
                <a:rPr lang="en-US" sz="2400" dirty="0"/>
                <a:t> </a:t>
              </a:r>
              <a:r>
                <a:rPr lang="en-US" sz="2400" dirty="0" err="1"/>
                <a:t>nostrud</a:t>
              </a:r>
              <a:r>
                <a:rPr lang="en-US" sz="2400" dirty="0"/>
                <a:t> exercitation </a:t>
              </a:r>
              <a:r>
                <a:rPr lang="en-US" sz="2400" dirty="0" err="1"/>
                <a:t>ullamco</a:t>
              </a:r>
              <a:r>
                <a:rPr lang="en-US" sz="2400" dirty="0"/>
                <a:t> </a:t>
              </a:r>
              <a:r>
                <a:rPr lang="en-US" sz="2400" dirty="0" err="1"/>
                <a:t>laboris</a:t>
              </a:r>
              <a:r>
                <a:rPr lang="en-US" sz="2400" dirty="0"/>
                <a:t> nisi </a:t>
              </a:r>
              <a:r>
                <a:rPr lang="en-US" sz="2400" dirty="0" err="1"/>
                <a:t>ut</a:t>
              </a:r>
              <a:r>
                <a:rPr lang="en-US" sz="2400" dirty="0"/>
                <a:t> </a:t>
              </a:r>
              <a:r>
                <a:rPr lang="en-US" sz="2400" dirty="0" err="1"/>
                <a:t>aliquip</a:t>
              </a:r>
              <a:r>
                <a:rPr lang="en-US" sz="2400" dirty="0"/>
                <a:t> ex </a:t>
              </a:r>
              <a:r>
                <a:rPr lang="en-US" sz="2400" dirty="0" err="1"/>
                <a:t>ea</a:t>
              </a:r>
              <a:r>
                <a:rPr lang="en-US" sz="2400" dirty="0"/>
                <a:t> </a:t>
              </a:r>
              <a:r>
                <a:rPr lang="en-US" sz="2400" dirty="0" err="1"/>
                <a:t>commodo</a:t>
              </a:r>
              <a:r>
                <a:rPr lang="en-US" sz="2400" dirty="0"/>
                <a:t> </a:t>
              </a:r>
              <a:r>
                <a:rPr lang="en-US" sz="2400" dirty="0" err="1"/>
                <a:t>consequat</a:t>
              </a:r>
              <a:r>
                <a:rPr lang="en-US" sz="2400" dirty="0"/>
                <a:t>.</a:t>
              </a:r>
              <a:endParaRPr lang="en-US" sz="2241" dirty="0"/>
            </a:p>
          </p:txBody>
        </p:sp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C7E05BBB-F341-6083-943A-2CC1AF503BCB}"/>
                </a:ext>
              </a:extLst>
            </p:cNvPr>
            <p:cNvGrpSpPr/>
            <p:nvPr/>
          </p:nvGrpSpPr>
          <p:grpSpPr>
            <a:xfrm>
              <a:off x="31037402" y="18702640"/>
              <a:ext cx="11742483" cy="4814899"/>
              <a:chOff x="31145657" y="18702640"/>
              <a:chExt cx="11742483" cy="4814899"/>
            </a:xfrm>
          </p:grpSpPr>
          <p:sp>
            <p:nvSpPr>
              <p:cNvPr id="88" name="Rounded Rectangle 104">
                <a:extLst>
                  <a:ext uri="{FF2B5EF4-FFF2-40B4-BE49-F238E27FC236}">
                    <a16:creationId xmlns:a16="http://schemas.microsoft.com/office/drawing/2014/main" id="{F515CAC0-58B3-E6C2-C5C6-C3F8B94B1997}"/>
                  </a:ext>
                </a:extLst>
              </p:cNvPr>
              <p:cNvSpPr/>
              <p:nvPr/>
            </p:nvSpPr>
            <p:spPr>
              <a:xfrm>
                <a:off x="31145657" y="18702640"/>
                <a:ext cx="11742483" cy="4814899"/>
              </a:xfrm>
              <a:prstGeom prst="roundRect">
                <a:avLst>
                  <a:gd name="adj" fmla="val 2869"/>
                </a:avLst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5040" dirty="0"/>
              </a:p>
            </p:txBody>
          </p:sp>
          <p:pic>
            <p:nvPicPr>
              <p:cNvPr id="46" name="Graphic 45" descr="Images with solid fill">
                <a:extLst>
                  <a:ext uri="{FF2B5EF4-FFF2-40B4-BE49-F238E27FC236}">
                    <a16:creationId xmlns:a16="http://schemas.microsoft.com/office/drawing/2014/main" id="{15F64A1A-5073-DDB3-3A98-B4DA4A3AB80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32145499" y="18870925"/>
                <a:ext cx="4572525" cy="4572525"/>
              </a:xfrm>
              <a:prstGeom prst="rect">
                <a:avLst/>
              </a:prstGeom>
            </p:spPr>
          </p:pic>
          <p:pic>
            <p:nvPicPr>
              <p:cNvPr id="47" name="Graphic 46" descr="Images with solid fill">
                <a:extLst>
                  <a:ext uri="{FF2B5EF4-FFF2-40B4-BE49-F238E27FC236}">
                    <a16:creationId xmlns:a16="http://schemas.microsoft.com/office/drawing/2014/main" id="{E6099D64-0629-3179-9F27-C53EE04B96A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37717866" y="18761291"/>
                <a:ext cx="4572525" cy="4572525"/>
              </a:xfrm>
              <a:prstGeom prst="rect">
                <a:avLst/>
              </a:prstGeom>
            </p:spPr>
          </p:pic>
        </p:grp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894FD0B0-0413-0634-5417-148676558C8E}"/>
              </a:ext>
            </a:extLst>
          </p:cNvPr>
          <p:cNvGrpSpPr/>
          <p:nvPr/>
        </p:nvGrpSpPr>
        <p:grpSpPr>
          <a:xfrm>
            <a:off x="13720435" y="6476347"/>
            <a:ext cx="16208453" cy="25584800"/>
            <a:chOff x="14981705" y="6546211"/>
            <a:chExt cx="16208453" cy="25584800"/>
          </a:xfrm>
        </p:grpSpPr>
        <p:sp>
          <p:nvSpPr>
            <p:cNvPr id="25" name="Rounded Rectangle 24"/>
            <p:cNvSpPr/>
            <p:nvPr/>
          </p:nvSpPr>
          <p:spPr>
            <a:xfrm>
              <a:off x="14981705" y="6960718"/>
              <a:ext cx="16208453" cy="25170293"/>
            </a:xfrm>
            <a:prstGeom prst="roundRect">
              <a:avLst>
                <a:gd name="adj" fmla="val 2434"/>
              </a:avLst>
            </a:prstGeom>
            <a:noFill/>
            <a:ln w="57150">
              <a:gradFill>
                <a:gsLst>
                  <a:gs pos="1000">
                    <a:schemeClr val="accent6">
                      <a:lumMod val="50000"/>
                    </a:schemeClr>
                  </a:gs>
                  <a:gs pos="100000">
                    <a:srgbClr val="989BA6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703"/>
            </a:p>
          </p:txBody>
        </p:sp>
        <p:sp>
          <p:nvSpPr>
            <p:cNvPr id="26" name="Rounded Rectangle 25"/>
            <p:cNvSpPr/>
            <p:nvPr/>
          </p:nvSpPr>
          <p:spPr>
            <a:xfrm>
              <a:off x="17214048" y="6546211"/>
              <a:ext cx="11743767" cy="877824"/>
            </a:xfrm>
            <a:prstGeom prst="roundRect">
              <a:avLst/>
            </a:prstGeom>
            <a:solidFill>
              <a:srgbClr val="4B7833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5121" dirty="0">
                  <a:solidFill>
                    <a:schemeClr val="tx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Section Header</a:t>
              </a:r>
            </a:p>
          </p:txBody>
        </p:sp>
        <p:sp>
          <p:nvSpPr>
            <p:cNvPr id="38" name="Rounded Rectangle 37"/>
            <p:cNvSpPr/>
            <p:nvPr/>
          </p:nvSpPr>
          <p:spPr>
            <a:xfrm>
              <a:off x="15243663" y="7680960"/>
              <a:ext cx="15684537" cy="24030941"/>
            </a:xfrm>
            <a:prstGeom prst="roundRect">
              <a:avLst>
                <a:gd name="adj" fmla="val 2298"/>
              </a:avLst>
            </a:prstGeom>
            <a:solidFill>
              <a:srgbClr val="A9943F">
                <a:alpha val="69000"/>
              </a:srgbClr>
            </a:solidFill>
            <a:ln>
              <a:noFill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703" dirty="0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0CA7A3A6-8380-D417-0B79-23CC80BABFA7}"/>
                </a:ext>
              </a:extLst>
            </p:cNvPr>
            <p:cNvSpPr/>
            <p:nvPr/>
          </p:nvSpPr>
          <p:spPr>
            <a:xfrm>
              <a:off x="15735221" y="8102516"/>
              <a:ext cx="14701421" cy="34163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/>
              <a:r>
                <a:rPr lang="en-US" sz="3600" dirty="0"/>
                <a:t>Lorem ipsum dolor sit </a:t>
              </a:r>
              <a:r>
                <a:rPr lang="en-US" sz="3600" dirty="0" err="1"/>
                <a:t>amet</a:t>
              </a:r>
              <a:r>
                <a:rPr lang="en-US" sz="3600" dirty="0"/>
                <a:t>, </a:t>
              </a:r>
              <a:r>
                <a:rPr lang="en-US" sz="3600" dirty="0" err="1"/>
                <a:t>consectetur</a:t>
              </a:r>
              <a:r>
                <a:rPr lang="en-US" sz="3600" dirty="0"/>
                <a:t> </a:t>
              </a:r>
              <a:r>
                <a:rPr lang="en-US" sz="3600" dirty="0" err="1"/>
                <a:t>adipiscing</a:t>
              </a:r>
              <a:r>
                <a:rPr lang="en-US" sz="3600" dirty="0"/>
                <a:t> </a:t>
              </a:r>
              <a:r>
                <a:rPr lang="en-US" sz="3600" dirty="0" err="1"/>
                <a:t>elit</a:t>
              </a:r>
              <a:r>
                <a:rPr lang="en-US" sz="3600" dirty="0"/>
                <a:t>, sed do </a:t>
              </a:r>
              <a:r>
                <a:rPr lang="en-US" sz="3600" dirty="0" err="1"/>
                <a:t>eiusmod</a:t>
              </a:r>
              <a:r>
                <a:rPr lang="en-US" sz="3600" dirty="0"/>
                <a:t> </a:t>
              </a:r>
              <a:r>
                <a:rPr lang="en-US" sz="3600" dirty="0" err="1"/>
                <a:t>tempor</a:t>
              </a:r>
              <a:r>
                <a:rPr lang="en-US" sz="3600" dirty="0"/>
                <a:t> </a:t>
              </a:r>
              <a:r>
                <a:rPr lang="en-US" sz="3600" dirty="0" err="1"/>
                <a:t>incididunt</a:t>
              </a:r>
              <a:r>
                <a:rPr lang="en-US" sz="3600" dirty="0"/>
                <a:t> </a:t>
              </a:r>
              <a:r>
                <a:rPr lang="en-US" sz="3600" dirty="0" err="1"/>
                <a:t>ut</a:t>
              </a:r>
              <a:r>
                <a:rPr lang="en-US" sz="3600" dirty="0"/>
                <a:t> labore et dolore magna </a:t>
              </a:r>
              <a:r>
                <a:rPr lang="en-US" sz="3600" dirty="0" err="1"/>
                <a:t>aliqua</a:t>
              </a:r>
              <a:r>
                <a:rPr lang="en-US" sz="3600" dirty="0"/>
                <a:t>. Ut </a:t>
              </a:r>
              <a:r>
                <a:rPr lang="en-US" sz="3600" dirty="0" err="1"/>
                <a:t>enim</a:t>
              </a:r>
              <a:r>
                <a:rPr lang="en-US" sz="3600" dirty="0"/>
                <a:t> ad minim </a:t>
              </a:r>
              <a:r>
                <a:rPr lang="en-US" sz="3600" dirty="0" err="1"/>
                <a:t>veniam</a:t>
              </a:r>
              <a:r>
                <a:rPr lang="en-US" sz="3600" dirty="0"/>
                <a:t>, </a:t>
              </a:r>
              <a:r>
                <a:rPr lang="en-US" sz="3600" dirty="0" err="1"/>
                <a:t>quis</a:t>
              </a:r>
              <a:r>
                <a:rPr lang="en-US" sz="3600" dirty="0"/>
                <a:t> </a:t>
              </a:r>
              <a:r>
                <a:rPr lang="en-US" sz="3600" dirty="0" err="1"/>
                <a:t>nostrud</a:t>
              </a:r>
              <a:r>
                <a:rPr lang="en-US" sz="3600" dirty="0"/>
                <a:t> exercitation </a:t>
              </a:r>
              <a:r>
                <a:rPr lang="en-US" sz="3600" dirty="0" err="1"/>
                <a:t>ullamco</a:t>
              </a:r>
              <a:r>
                <a:rPr lang="en-US" sz="3600" dirty="0"/>
                <a:t> </a:t>
              </a:r>
              <a:r>
                <a:rPr lang="en-US" sz="3600" dirty="0" err="1"/>
                <a:t>laboris</a:t>
              </a:r>
              <a:r>
                <a:rPr lang="en-US" sz="3600" dirty="0"/>
                <a:t> nisi </a:t>
              </a:r>
              <a:r>
                <a:rPr lang="en-US" sz="3600" dirty="0" err="1"/>
                <a:t>ut</a:t>
              </a:r>
              <a:r>
                <a:rPr lang="en-US" sz="3600" dirty="0"/>
                <a:t> </a:t>
              </a:r>
              <a:r>
                <a:rPr lang="en-US" sz="3600" dirty="0" err="1"/>
                <a:t>aliquip</a:t>
              </a:r>
              <a:r>
                <a:rPr lang="en-US" sz="3600" dirty="0"/>
                <a:t> ex </a:t>
              </a:r>
              <a:r>
                <a:rPr lang="en-US" sz="3600" dirty="0" err="1"/>
                <a:t>ea</a:t>
              </a:r>
              <a:r>
                <a:rPr lang="en-US" sz="3600" dirty="0"/>
                <a:t> </a:t>
              </a:r>
              <a:r>
                <a:rPr lang="en-US" sz="3600" dirty="0" err="1"/>
                <a:t>commodo</a:t>
              </a:r>
              <a:r>
                <a:rPr lang="en-US" sz="3600" dirty="0"/>
                <a:t> </a:t>
              </a:r>
              <a:r>
                <a:rPr lang="en-US" sz="3600" dirty="0" err="1"/>
                <a:t>consequat</a:t>
              </a:r>
              <a:r>
                <a:rPr lang="en-US" sz="3600" dirty="0"/>
                <a:t>. Duis </a:t>
              </a:r>
              <a:r>
                <a:rPr lang="en-US" sz="3600" dirty="0" err="1"/>
                <a:t>aute</a:t>
              </a:r>
              <a:r>
                <a:rPr lang="en-US" sz="3600" dirty="0"/>
                <a:t> </a:t>
              </a:r>
              <a:r>
                <a:rPr lang="en-US" sz="3600" dirty="0" err="1"/>
                <a:t>irure</a:t>
              </a:r>
              <a:r>
                <a:rPr lang="en-US" sz="3600" dirty="0"/>
                <a:t> dolor in </a:t>
              </a:r>
              <a:r>
                <a:rPr lang="en-US" sz="3600" dirty="0" err="1"/>
                <a:t>reprehenderit</a:t>
              </a:r>
              <a:r>
                <a:rPr lang="en-US" sz="3600" dirty="0"/>
                <a:t> in </a:t>
              </a:r>
              <a:r>
                <a:rPr lang="en-US" sz="3600" dirty="0" err="1"/>
                <a:t>voluptate</a:t>
              </a:r>
              <a:r>
                <a:rPr lang="en-US" sz="3600" dirty="0"/>
                <a:t> </a:t>
              </a:r>
              <a:r>
                <a:rPr lang="en-US" sz="3600" dirty="0" err="1"/>
                <a:t>velit</a:t>
              </a:r>
              <a:r>
                <a:rPr lang="en-US" sz="3600" dirty="0"/>
                <a:t> </a:t>
              </a:r>
              <a:r>
                <a:rPr lang="en-US" sz="3600" dirty="0" err="1"/>
                <a:t>esse</a:t>
              </a:r>
              <a:r>
                <a:rPr lang="en-US" sz="3600" dirty="0"/>
                <a:t> </a:t>
              </a:r>
              <a:r>
                <a:rPr lang="en-US" sz="3600" dirty="0" err="1"/>
                <a:t>cillum</a:t>
              </a:r>
              <a:r>
                <a:rPr lang="en-US" sz="3600" dirty="0"/>
                <a:t> dolore </a:t>
              </a:r>
              <a:r>
                <a:rPr lang="en-US" sz="3600" dirty="0" err="1"/>
                <a:t>eu</a:t>
              </a:r>
              <a:r>
                <a:rPr lang="en-US" sz="3600" dirty="0"/>
                <a:t> </a:t>
              </a:r>
              <a:r>
                <a:rPr lang="en-US" sz="3600" dirty="0" err="1"/>
                <a:t>fugiat</a:t>
              </a:r>
              <a:r>
                <a:rPr lang="en-US" sz="3600" dirty="0"/>
                <a:t> </a:t>
              </a:r>
              <a:r>
                <a:rPr lang="en-US" sz="3600" dirty="0" err="1"/>
                <a:t>nulla</a:t>
              </a:r>
              <a:r>
                <a:rPr lang="en-US" sz="3600" dirty="0"/>
                <a:t> </a:t>
              </a:r>
              <a:r>
                <a:rPr lang="en-US" sz="3600" dirty="0" err="1"/>
                <a:t>pariatur</a:t>
              </a:r>
              <a:r>
                <a:rPr lang="en-US" sz="3600" dirty="0"/>
                <a:t>. </a:t>
              </a:r>
              <a:r>
                <a:rPr lang="en-US" sz="3600" dirty="0" err="1"/>
                <a:t>Excepteur</a:t>
              </a:r>
              <a:r>
                <a:rPr lang="en-US" sz="3600" dirty="0"/>
                <a:t> </a:t>
              </a:r>
              <a:r>
                <a:rPr lang="en-US" sz="3600" dirty="0" err="1"/>
                <a:t>sint</a:t>
              </a:r>
              <a:r>
                <a:rPr lang="en-US" sz="3600" dirty="0"/>
                <a:t> </a:t>
              </a:r>
              <a:r>
                <a:rPr lang="en-US" sz="3600" dirty="0" err="1"/>
                <a:t>occaecat</a:t>
              </a:r>
              <a:r>
                <a:rPr lang="en-US" sz="3600" dirty="0"/>
                <a:t> </a:t>
              </a:r>
              <a:r>
                <a:rPr lang="en-US" sz="3600" dirty="0" err="1"/>
                <a:t>cupidatat</a:t>
              </a:r>
              <a:r>
                <a:rPr lang="en-US" sz="3600" dirty="0"/>
                <a:t> non </a:t>
              </a:r>
              <a:r>
                <a:rPr lang="en-US" sz="3600" dirty="0" err="1"/>
                <a:t>proident</a:t>
              </a:r>
              <a:r>
                <a:rPr lang="en-US" sz="3600" dirty="0"/>
                <a:t>, sunt in culpa qui </a:t>
              </a:r>
              <a:r>
                <a:rPr lang="en-US" sz="3600" dirty="0" err="1"/>
                <a:t>officia</a:t>
              </a:r>
              <a:r>
                <a:rPr lang="en-US" sz="3600" dirty="0"/>
                <a:t> </a:t>
              </a:r>
              <a:r>
                <a:rPr lang="en-US" sz="3600" dirty="0" err="1"/>
                <a:t>deserunt</a:t>
              </a:r>
              <a:r>
                <a:rPr lang="en-US" sz="3600" dirty="0"/>
                <a:t> </a:t>
              </a:r>
              <a:r>
                <a:rPr lang="en-US" sz="3600" dirty="0" err="1"/>
                <a:t>mollit</a:t>
              </a:r>
              <a:r>
                <a:rPr lang="en-US" sz="3600" dirty="0"/>
                <a:t> </a:t>
              </a:r>
              <a:r>
                <a:rPr lang="en-US" sz="3600" dirty="0" err="1"/>
                <a:t>anim</a:t>
              </a:r>
              <a:r>
                <a:rPr lang="en-US" sz="3600" dirty="0"/>
                <a:t> id </a:t>
              </a:r>
              <a:r>
                <a:rPr lang="en-US" sz="3600" dirty="0" err="1"/>
                <a:t>est</a:t>
              </a:r>
              <a:r>
                <a:rPr lang="en-US" sz="3600" dirty="0"/>
                <a:t> </a:t>
              </a:r>
              <a:r>
                <a:rPr lang="en-US" sz="3600" dirty="0" err="1"/>
                <a:t>laborum</a:t>
              </a:r>
              <a:r>
                <a:rPr lang="en-US" sz="3600" dirty="0"/>
                <a:t>.</a:t>
              </a:r>
            </a:p>
          </p:txBody>
        </p: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A9807676-1144-0B6A-3047-6319642E926A}"/>
                </a:ext>
              </a:extLst>
            </p:cNvPr>
            <p:cNvGrpSpPr/>
            <p:nvPr/>
          </p:nvGrpSpPr>
          <p:grpSpPr>
            <a:xfrm>
              <a:off x="15735221" y="13110401"/>
              <a:ext cx="14701421" cy="9169195"/>
              <a:chOff x="15735221" y="13110401"/>
              <a:chExt cx="14701421" cy="9169195"/>
            </a:xfrm>
          </p:grpSpPr>
          <p:sp>
            <p:nvSpPr>
              <p:cNvPr id="92" name="Rounded Rectangle 104">
                <a:extLst>
                  <a:ext uri="{FF2B5EF4-FFF2-40B4-BE49-F238E27FC236}">
                    <a16:creationId xmlns:a16="http://schemas.microsoft.com/office/drawing/2014/main" id="{3F1DD868-2434-5FD8-00E5-FBBE9465C6F4}"/>
                  </a:ext>
                </a:extLst>
              </p:cNvPr>
              <p:cNvSpPr/>
              <p:nvPr/>
            </p:nvSpPr>
            <p:spPr>
              <a:xfrm>
                <a:off x="15735221" y="13110401"/>
                <a:ext cx="14701421" cy="9169195"/>
              </a:xfrm>
              <a:prstGeom prst="roundRect">
                <a:avLst>
                  <a:gd name="adj" fmla="val 2869"/>
                </a:avLst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5040" dirty="0"/>
              </a:p>
            </p:txBody>
          </p: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920CA12C-7DA3-2805-CBB5-39D9F30429FC}"/>
                  </a:ext>
                </a:extLst>
              </p:cNvPr>
              <p:cNvSpPr txBox="1"/>
              <p:nvPr/>
            </p:nvSpPr>
            <p:spPr>
              <a:xfrm>
                <a:off x="20309736" y="13451310"/>
                <a:ext cx="5552391" cy="7077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999" b="1" dirty="0"/>
                  <a:t>Photo Title</a:t>
                </a:r>
              </a:p>
            </p:txBody>
          </p: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B1B5385B-278D-7E16-4309-5ECD9FB3195D}"/>
                  </a:ext>
                </a:extLst>
              </p:cNvPr>
              <p:cNvSpPr txBox="1"/>
              <p:nvPr/>
            </p:nvSpPr>
            <p:spPr>
              <a:xfrm>
                <a:off x="20600506" y="21007810"/>
                <a:ext cx="497085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/>
                  <a:t>Lorem ipsum dolor sit </a:t>
                </a:r>
                <a:r>
                  <a:rPr lang="en-US" sz="2400" dirty="0" err="1"/>
                  <a:t>amet</a:t>
                </a:r>
                <a:r>
                  <a:rPr lang="en-US" sz="2400" dirty="0"/>
                  <a:t>.</a:t>
                </a:r>
              </a:p>
            </p:txBody>
          </p:sp>
          <p:pic>
            <p:nvPicPr>
              <p:cNvPr id="53" name="Graphic 52" descr="Images with solid fill">
                <a:extLst>
                  <a:ext uri="{FF2B5EF4-FFF2-40B4-BE49-F238E27FC236}">
                    <a16:creationId xmlns:a16="http://schemas.microsoft.com/office/drawing/2014/main" id="{95EA89FE-92EB-3DDC-1A30-21F01B19726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19428016" y="13805189"/>
                <a:ext cx="7315830" cy="7315830"/>
              </a:xfrm>
              <a:prstGeom prst="rect">
                <a:avLst/>
              </a:prstGeom>
            </p:spPr>
          </p:pic>
        </p:grpSp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60BD2B09-081C-917A-800F-F1FE7DD56087}"/>
                </a:ext>
              </a:extLst>
            </p:cNvPr>
            <p:cNvGrpSpPr/>
            <p:nvPr/>
          </p:nvGrpSpPr>
          <p:grpSpPr>
            <a:xfrm>
              <a:off x="15735221" y="22597995"/>
              <a:ext cx="14701421" cy="8731983"/>
              <a:chOff x="15735221" y="22597995"/>
              <a:chExt cx="14701421" cy="8731983"/>
            </a:xfrm>
          </p:grpSpPr>
          <p:sp>
            <p:nvSpPr>
              <p:cNvPr id="77" name="Rounded Rectangle 104">
                <a:extLst>
                  <a:ext uri="{FF2B5EF4-FFF2-40B4-BE49-F238E27FC236}">
                    <a16:creationId xmlns:a16="http://schemas.microsoft.com/office/drawing/2014/main" id="{3BB2CD03-2087-BC6D-6A3A-39452D1E080B}"/>
                  </a:ext>
                </a:extLst>
              </p:cNvPr>
              <p:cNvSpPr/>
              <p:nvPr/>
            </p:nvSpPr>
            <p:spPr>
              <a:xfrm>
                <a:off x="15735221" y="22597995"/>
                <a:ext cx="14701421" cy="8731983"/>
              </a:xfrm>
              <a:prstGeom prst="roundRect">
                <a:avLst>
                  <a:gd name="adj" fmla="val 2869"/>
                </a:avLst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5040" dirty="0"/>
              </a:p>
            </p:txBody>
          </p: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3DCA1207-36D9-9AEB-56C0-8EBF5805817F}"/>
                  </a:ext>
                </a:extLst>
              </p:cNvPr>
              <p:cNvSpPr txBox="1"/>
              <p:nvPr/>
            </p:nvSpPr>
            <p:spPr>
              <a:xfrm>
                <a:off x="20309736" y="22785594"/>
                <a:ext cx="5552391" cy="7077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999" b="1" dirty="0"/>
                  <a:t>Photo Title</a:t>
                </a:r>
              </a:p>
            </p:txBody>
          </p: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AF304EB1-85A9-A6BE-1692-3F8C8BA8A880}"/>
                  </a:ext>
                </a:extLst>
              </p:cNvPr>
              <p:cNvSpPr txBox="1"/>
              <p:nvPr/>
            </p:nvSpPr>
            <p:spPr>
              <a:xfrm>
                <a:off x="20600506" y="30342094"/>
                <a:ext cx="497085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/>
                  <a:t>Lorem ipsum dolor sit </a:t>
                </a:r>
                <a:r>
                  <a:rPr lang="en-US" sz="2400" dirty="0" err="1"/>
                  <a:t>amet</a:t>
                </a:r>
                <a:r>
                  <a:rPr lang="en-US" sz="2400" dirty="0"/>
                  <a:t>.</a:t>
                </a:r>
              </a:p>
            </p:txBody>
          </p:sp>
          <p:pic>
            <p:nvPicPr>
              <p:cNvPr id="56" name="Graphic 55" descr="Images with solid fill">
                <a:extLst>
                  <a:ext uri="{FF2B5EF4-FFF2-40B4-BE49-F238E27FC236}">
                    <a16:creationId xmlns:a16="http://schemas.microsoft.com/office/drawing/2014/main" id="{AF9C5DAE-4284-CDD7-FF01-4C2B59D4A93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19428016" y="23139473"/>
                <a:ext cx="7315830" cy="7315830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5103450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3632</TotalTime>
  <Words>567</Words>
  <Application>Microsoft Office PowerPoint</Application>
  <PresentationFormat>Custom</PresentationFormat>
  <Paragraphs>27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Aharoni</vt:lpstr>
      <vt:lpstr>Arial</vt:lpstr>
      <vt:lpstr>Calibri</vt:lpstr>
      <vt:lpstr>Calibri Light</vt:lpstr>
      <vt:lpstr>Office 2013 - 2022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mellentm</dc:creator>
  <cp:keywords/>
  <dc:description/>
  <cp:lastModifiedBy>Kyler Howard</cp:lastModifiedBy>
  <cp:revision>184</cp:revision>
  <cp:lastPrinted>2017-04-15T21:58:39Z</cp:lastPrinted>
  <dcterms:created xsi:type="dcterms:W3CDTF">2017-04-06T16:33:45Z</dcterms:created>
  <dcterms:modified xsi:type="dcterms:W3CDTF">2025-04-14T17:01:09Z</dcterms:modified>
  <cp:category/>
</cp:coreProperties>
</file>